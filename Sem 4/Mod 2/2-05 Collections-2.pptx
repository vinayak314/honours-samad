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1pPr>
    <a:lvl2pPr marL="0" marR="0" indent="3429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2pPr>
    <a:lvl3pPr marL="0" marR="0" indent="6858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3pPr>
    <a:lvl4pPr marL="0" marR="0" indent="10287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4pPr>
    <a:lvl5pPr marL="0" marR="0" indent="13716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5pPr>
    <a:lvl6pPr marL="0" marR="0" indent="17145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6pPr>
    <a:lvl7pPr marL="0" marR="0" indent="20574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7pPr>
    <a:lvl8pPr marL="0" marR="0" indent="24003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8pPr>
    <a:lvl9pPr marL="0" marR="0" indent="274320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A4FFEB30-0BAF-45E8-850F-E0E61F5DFBCB}" styleName="">
    <a:tblBg/>
    <a:wholeTbl>
      <a:tcTxStyle b="off" i="off">
        <a:fontRef idx="minor">
          <a:srgbClr val="FFFFFF"/>
        </a:fontRef>
        <a:srgbClr val="FFFFFF"/>
      </a:tcTxStyle>
      <a:tcStyle>
        <a:tcBdr>
          <a:left>
            <a:ln w="12700" cap="flat">
              <a:solidFill>
                <a:srgbClr val="454D52"/>
              </a:solidFill>
              <a:prstDash val="solid"/>
              <a:miter lim="400000"/>
            </a:ln>
          </a:left>
          <a:right>
            <a:ln w="12700" cap="flat">
              <a:solidFill>
                <a:srgbClr val="454D52"/>
              </a:solidFill>
              <a:prstDash val="solid"/>
              <a:miter lim="400000"/>
            </a:ln>
          </a:right>
          <a:top>
            <a:ln w="12700" cap="flat">
              <a:solidFill>
                <a:srgbClr val="6F7980"/>
              </a:solidFill>
              <a:prstDash val="solid"/>
              <a:miter lim="400000"/>
            </a:ln>
          </a:top>
          <a:bottom>
            <a:ln w="12700" cap="flat">
              <a:solidFill>
                <a:srgbClr val="6F7980"/>
              </a:solidFill>
              <a:prstDash val="solid"/>
              <a:miter lim="400000"/>
            </a:ln>
          </a:bottom>
          <a:insideH>
            <a:ln w="12700" cap="flat">
              <a:solidFill>
                <a:srgbClr val="6F7980"/>
              </a:solidFill>
              <a:prstDash val="solid"/>
              <a:miter lim="400000"/>
            </a:ln>
          </a:insideH>
          <a:insideV>
            <a:ln w="12700" cap="flat">
              <a:solidFill>
                <a:srgbClr val="454D52"/>
              </a:solidFill>
              <a:prstDash val="solid"/>
              <a:miter lim="400000"/>
            </a:ln>
          </a:insideV>
        </a:tcBdr>
        <a:fill>
          <a:solidFill>
            <a:srgbClr val="D1DADE">
              <a:alpha val="25000"/>
            </a:srgbClr>
          </a:solidFill>
        </a:fill>
      </a:tcStyle>
    </a:wholeTbl>
    <a:band2H>
      <a:tcTxStyle b="def" i="def"/>
      <a:tcStyle>
        <a:tcBdr/>
        <a:fill>
          <a:solidFill>
            <a:srgbClr val="EFF1F3"/>
          </a:solidFill>
        </a:fill>
      </a:tcStyle>
    </a:band2H>
    <a:firstCol>
      <a:tcTxStyle b="off" i="off">
        <a:fontRef idx="minor">
          <a:srgbClr val="FFFFFF"/>
        </a:fontRef>
        <a:srgbClr val="FFFFFF"/>
      </a:tcTxStyle>
      <a:tcStyle>
        <a:tcBdr>
          <a:left>
            <a:ln w="12700" cap="flat">
              <a:noFill/>
              <a:miter lim="400000"/>
            </a:ln>
          </a:left>
          <a:right>
            <a:ln w="25400" cap="flat">
              <a:solidFill>
                <a:srgbClr val="6F7980"/>
              </a:solidFill>
              <a:prstDash val="solid"/>
              <a:miter lim="400000"/>
            </a:ln>
          </a:right>
          <a:top>
            <a:ln w="12700" cap="flat">
              <a:solidFill>
                <a:srgbClr val="6F7980"/>
              </a:solidFill>
              <a:prstDash val="solid"/>
              <a:miter lim="400000"/>
            </a:ln>
          </a:top>
          <a:bottom>
            <a:ln w="12700" cap="flat">
              <a:solidFill>
                <a:srgbClr val="6F7980"/>
              </a:solidFill>
              <a:prstDash val="solid"/>
              <a:miter lim="400000"/>
            </a:ln>
          </a:bottom>
          <a:insideH>
            <a:ln w="12700" cap="flat">
              <a:solidFill>
                <a:srgbClr val="6F7980"/>
              </a:solidFill>
              <a:prstDash val="solid"/>
              <a:miter lim="400000"/>
            </a:ln>
          </a:insideH>
          <a:insideV>
            <a:ln w="12700" cap="flat">
              <a:solidFill>
                <a:srgbClr val="A3BCCC"/>
              </a:solidFill>
              <a:prstDash val="solid"/>
              <a:miter lim="400000"/>
            </a:ln>
          </a:insideV>
        </a:tcBdr>
        <a:fill>
          <a:noFill/>
        </a:fill>
      </a:tcStyle>
    </a:firstCol>
    <a:lastRow>
      <a:tcTxStyle b="off" i="off">
        <a:fontRef idx="minor">
          <a:srgbClr val="FFFFFF"/>
        </a:fontRef>
        <a:srgbClr val="FFFFFF"/>
      </a:tcTxStyle>
      <a:tcStyle>
        <a:tcBdr>
          <a:left>
            <a:ln w="12700" cap="flat">
              <a:solidFill>
                <a:srgbClr val="A3BCCC"/>
              </a:solidFill>
              <a:prstDash val="solid"/>
              <a:miter lim="400000"/>
            </a:ln>
          </a:left>
          <a:right>
            <a:ln w="12700" cap="flat">
              <a:solidFill>
                <a:srgbClr val="A3BCCC"/>
              </a:solidFill>
              <a:prstDash val="solid"/>
              <a:miter lim="400000"/>
            </a:ln>
          </a:right>
          <a:top>
            <a:ln w="25400" cap="flat">
              <a:solidFill>
                <a:srgbClr val="6F7980"/>
              </a:solidFill>
              <a:prstDash val="solid"/>
              <a:miter lim="400000"/>
            </a:ln>
          </a:top>
          <a:bottom>
            <a:ln w="12700" cap="flat">
              <a:noFill/>
              <a:miter lim="400000"/>
            </a:ln>
          </a:bottom>
          <a:insideH>
            <a:ln w="12700" cap="flat">
              <a:solidFill>
                <a:srgbClr val="A3BCCC"/>
              </a:solidFill>
              <a:prstDash val="solid"/>
              <a:miter lim="400000"/>
            </a:ln>
          </a:insideH>
          <a:insideV>
            <a:ln w="12700" cap="flat">
              <a:solidFill>
                <a:srgbClr val="A3BCCC"/>
              </a:solidFill>
              <a:prstDash val="solid"/>
              <a:miter lim="400000"/>
            </a:ln>
          </a:insideV>
        </a:tcBdr>
        <a:fill>
          <a:noFill/>
        </a:fill>
      </a:tcStyle>
    </a:lastRow>
    <a:firstRow>
      <a:tcTxStyle b="off" i="off">
        <a:fontRef idx="minor">
          <a:srgbClr val="FFFFFF"/>
        </a:fontRef>
        <a:srgbClr val="FFFFFF"/>
      </a:tcTxStyle>
      <a:tcStyle>
        <a:tcBdr>
          <a:left>
            <a:ln w="12700" cap="flat">
              <a:solidFill>
                <a:srgbClr val="6F7980"/>
              </a:solidFill>
              <a:prstDash val="solid"/>
              <a:miter lim="400000"/>
            </a:ln>
          </a:left>
          <a:right>
            <a:ln w="12700" cap="flat">
              <a:solidFill>
                <a:srgbClr val="6F7980"/>
              </a:solidFill>
              <a:prstDash val="solid"/>
              <a:miter lim="400000"/>
            </a:ln>
          </a:right>
          <a:top>
            <a:ln w="12700" cap="flat">
              <a:noFill/>
              <a:miter lim="400000"/>
            </a:ln>
          </a:top>
          <a:bottom>
            <a:ln w="25400" cap="flat">
              <a:solidFill>
                <a:srgbClr val="6F7980"/>
              </a:solidFill>
              <a:prstDash val="solid"/>
              <a:miter lim="400000"/>
            </a:ln>
          </a:bottom>
          <a:insideH>
            <a:ln w="12700" cap="flat">
              <a:solidFill>
                <a:srgbClr val="A3BCCC"/>
              </a:solidFill>
              <a:prstDash val="solid"/>
              <a:miter lim="400000"/>
            </a:ln>
          </a:insideH>
          <a:insideV>
            <a:ln w="12700" cap="flat">
              <a:solidFill>
                <a:srgbClr val="6F7980"/>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64" name="Shape 64"/>
          <p:cNvSpPr/>
          <p:nvPr>
            <p:ph type="sldImg"/>
          </p:nvPr>
        </p:nvSpPr>
        <p:spPr>
          <a:xfrm>
            <a:off x="1143000" y="685800"/>
            <a:ext cx="4572000" cy="3429000"/>
          </a:xfrm>
          <a:prstGeom prst="rect">
            <a:avLst/>
          </a:prstGeom>
        </p:spPr>
        <p:txBody>
          <a:bodyPr/>
          <a:lstStyle/>
          <a:p>
            <a:pPr/>
          </a:p>
        </p:txBody>
      </p:sp>
      <p:sp>
        <p:nvSpPr>
          <p:cNvPr id="65" name="Shape 6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2600">
        <a:latin typeface="+mn-lt"/>
        <a:ea typeface="+mn-ea"/>
        <a:cs typeface="+mn-cs"/>
        <a:sym typeface="Helvetica Neue"/>
      </a:defRPr>
    </a:lvl1pPr>
    <a:lvl2pPr indent="228600" defTabSz="457200" latinLnBrk="0">
      <a:defRPr sz="2600">
        <a:latin typeface="+mn-lt"/>
        <a:ea typeface="+mn-ea"/>
        <a:cs typeface="+mn-cs"/>
        <a:sym typeface="Helvetica Neue"/>
      </a:defRPr>
    </a:lvl2pPr>
    <a:lvl3pPr indent="457200" defTabSz="457200" latinLnBrk="0">
      <a:defRPr sz="2600">
        <a:latin typeface="+mn-lt"/>
        <a:ea typeface="+mn-ea"/>
        <a:cs typeface="+mn-cs"/>
        <a:sym typeface="Helvetica Neue"/>
      </a:defRPr>
    </a:lvl3pPr>
    <a:lvl4pPr indent="685800" defTabSz="457200" latinLnBrk="0">
      <a:defRPr sz="2600">
        <a:latin typeface="+mn-lt"/>
        <a:ea typeface="+mn-ea"/>
        <a:cs typeface="+mn-cs"/>
        <a:sym typeface="Helvetica Neue"/>
      </a:defRPr>
    </a:lvl4pPr>
    <a:lvl5pPr indent="914400" defTabSz="457200" latinLnBrk="0">
      <a:defRPr sz="2600">
        <a:latin typeface="+mn-lt"/>
        <a:ea typeface="+mn-ea"/>
        <a:cs typeface="+mn-cs"/>
        <a:sym typeface="Helvetica Neue"/>
      </a:defRPr>
    </a:lvl5pPr>
    <a:lvl6pPr indent="1143000" defTabSz="457200" latinLnBrk="0">
      <a:defRPr sz="2600">
        <a:latin typeface="+mn-lt"/>
        <a:ea typeface="+mn-ea"/>
        <a:cs typeface="+mn-cs"/>
        <a:sym typeface="Helvetica Neue"/>
      </a:defRPr>
    </a:lvl6pPr>
    <a:lvl7pPr indent="1371600" defTabSz="457200" latinLnBrk="0">
      <a:defRPr sz="2600">
        <a:latin typeface="+mn-lt"/>
        <a:ea typeface="+mn-ea"/>
        <a:cs typeface="+mn-cs"/>
        <a:sym typeface="Helvetica Neue"/>
      </a:defRPr>
    </a:lvl7pPr>
    <a:lvl8pPr indent="1600200" defTabSz="457200" latinLnBrk="0">
      <a:defRPr sz="2600">
        <a:latin typeface="+mn-lt"/>
        <a:ea typeface="+mn-ea"/>
        <a:cs typeface="+mn-cs"/>
        <a:sym typeface="Helvetica Neue"/>
      </a:defRPr>
    </a:lvl8pPr>
    <a:lvl9pPr indent="1828800" defTabSz="457200" latinLnBrk="0">
      <a:defRPr sz="26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 Id="rId3" Type="http://schemas.openxmlformats.org/officeDocument/2006/relationships/hyperlink" Target="https://creativecommons.org/licenses/by-nc-sa/4.0/legalcode"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 name="Shape 81"/>
          <p:cNvSpPr/>
          <p:nvPr>
            <p:ph type="sldImg"/>
          </p:nvPr>
        </p:nvSpPr>
        <p:spPr>
          <a:prstGeom prst="rect">
            <a:avLst/>
          </a:prstGeom>
        </p:spPr>
        <p:txBody>
          <a:bodyPr/>
          <a:lstStyle/>
          <a:p>
            <a:pPr/>
          </a:p>
        </p:txBody>
      </p:sp>
      <p:sp>
        <p:nvSpPr>
          <p:cNvPr id="82" name="Shape 82"/>
          <p:cNvSpPr/>
          <p:nvPr>
            <p:ph type="body" sz="quarter" idx="1"/>
          </p:nvPr>
        </p:nvSpPr>
        <p:spPr>
          <a:prstGeom prst="rect">
            <a:avLst/>
          </a:prstGeom>
        </p:spPr>
        <p:txBody>
          <a:bodyPr/>
          <a:lstStyle/>
          <a:p>
            <a:pPr/>
            <a:r>
              <a:t>Note</a:t>
            </a:r>
          </a:p>
          <a:p>
            <a:pPr marL="198120" indent="-198120">
              <a:buSzPct val="100000"/>
              <a:buChar char="•"/>
            </a:pPr>
            <a:r>
              <a:t>Shows the syntax: [value1, value2, value3, …].</a:t>
            </a:r>
          </a:p>
          <a:p>
            <a:pPr/>
            <a:r>
              <a:t>Say</a:t>
            </a:r>
          </a:p>
          <a:p>
            <a:pPr marL="198120" indent="-198120">
              <a:buSzPct val="100000"/>
              <a:buChar char="•"/>
            </a:pPr>
            <a:r>
              <a:t>True or false: Swift should be able to infer the "[String]" part. </a:t>
            </a:r>
          </a:p>
          <a:p>
            <a:pPr marL="198120" indent="-198120">
              <a:buSzPct val="100000"/>
              <a:buChar char="•"/>
            </a:pPr>
            <a:r>
              <a:t>Answer: True (as shown on the next slide).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0" name="Shape 90"/>
          <p:cNvSpPr/>
          <p:nvPr>
            <p:ph type="sldImg"/>
          </p:nvPr>
        </p:nvSpPr>
        <p:spPr>
          <a:prstGeom prst="rect">
            <a:avLst/>
          </a:prstGeom>
        </p:spPr>
        <p:txBody>
          <a:bodyPr/>
          <a:lstStyle/>
          <a:p>
            <a:pPr/>
          </a:p>
        </p:txBody>
      </p:sp>
      <p:sp>
        <p:nvSpPr>
          <p:cNvPr id="91" name="Shape 91"/>
          <p:cNvSpPr/>
          <p:nvPr>
            <p:ph type="body" sz="quarter" idx="1"/>
          </p:nvPr>
        </p:nvSpPr>
        <p:spPr>
          <a:prstGeom prst="rect">
            <a:avLst/>
          </a:prstGeom>
        </p:spPr>
        <p:txBody>
          <a:bodyPr/>
          <a:lstStyle/>
          <a:p>
            <a:pPr/>
            <a:r>
              <a:t>Say</a:t>
            </a:r>
          </a:p>
          <a:p>
            <a:pPr marL="198120" indent="-198120">
              <a:buSzPct val="100000"/>
              <a:buChar char="•"/>
            </a:pPr>
            <a:r>
              <a:t>The compiler can do type inference for collections, too.</a:t>
            </a:r>
          </a:p>
          <a:p>
            <a:pPr/>
            <a:r>
              <a:t>Note</a:t>
            </a:r>
          </a:p>
          <a:p>
            <a:pPr marL="198120" indent="-198120">
              <a:buSzPct val="100000"/>
              <a:buChar char="•"/>
            </a:pPr>
            <a:r>
              <a:t>Shows var names as type inferred to [String].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 name="Shape 98"/>
          <p:cNvSpPr/>
          <p:nvPr>
            <p:ph type="sldImg"/>
          </p:nvPr>
        </p:nvSpPr>
        <p:spPr>
          <a:prstGeom prst="rect">
            <a:avLst/>
          </a:prstGeom>
        </p:spPr>
        <p:txBody>
          <a:bodyPr/>
          <a:lstStyle/>
          <a:p>
            <a:pPr/>
          </a:p>
        </p:txBody>
      </p:sp>
      <p:sp>
        <p:nvSpPr>
          <p:cNvPr id="99" name="Shape 99"/>
          <p:cNvSpPr/>
          <p:nvPr>
            <p:ph type="body" sz="quarter" idx="1"/>
          </p:nvPr>
        </p:nvSpPr>
        <p:spPr>
          <a:prstGeom prst="rect">
            <a:avLst/>
          </a:prstGeom>
        </p:spPr>
        <p:txBody>
          <a:bodyPr/>
          <a:lstStyle/>
          <a:p>
            <a:pPr>
              <a:spcBef>
                <a:spcPts val="1500"/>
              </a:spcBef>
              <a:defRPr sz="3000"/>
            </a:pPr>
            <a:r>
              <a:t>Say</a:t>
            </a:r>
          </a:p>
          <a:p>
            <a:pPr marL="228600" indent="-228600">
              <a:spcBef>
                <a:spcPts val="1500"/>
              </a:spcBef>
              <a:buSzPct val="100000"/>
              <a:buChar char="•"/>
              <a:defRPr sz="3000"/>
            </a:pPr>
            <a:r>
              <a:t>The var numbers = [1, -3, 50] would be [Int].</a:t>
            </a:r>
          </a:p>
          <a:p>
            <a:pPr marL="228600" indent="-228600">
              <a:spcBef>
                <a:spcPts val="1500"/>
              </a:spcBef>
              <a:buSzPct val="100000"/>
              <a:buChar char="•"/>
              <a:defRPr sz="3000"/>
            </a:pPr>
            <a:r>
              <a:t>What if you want to restrict the array to Int8? Just specify it.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3" name="Shape 113"/>
          <p:cNvSpPr/>
          <p:nvPr>
            <p:ph type="sldImg"/>
          </p:nvPr>
        </p:nvSpPr>
        <p:spPr>
          <a:prstGeom prst="rect">
            <a:avLst/>
          </a:prstGeom>
        </p:spPr>
        <p:txBody>
          <a:bodyPr/>
          <a:lstStyle/>
          <a:p>
            <a:pPr/>
          </a:p>
        </p:txBody>
      </p:sp>
      <p:sp>
        <p:nvSpPr>
          <p:cNvPr id="114" name="Shape 114"/>
          <p:cNvSpPr/>
          <p:nvPr>
            <p:ph type="body" sz="quarter" idx="1"/>
          </p:nvPr>
        </p:nvSpPr>
        <p:spPr>
          <a:prstGeom prst="rect">
            <a:avLst/>
          </a:prstGeom>
        </p:spPr>
        <p:txBody>
          <a:bodyPr/>
          <a:lstStyle/>
          <a:p>
            <a:pPr>
              <a:spcBef>
                <a:spcPts val="1500"/>
              </a:spcBef>
              <a:defRPr sz="3000"/>
            </a:pPr>
            <a:r>
              <a:t>Say</a:t>
            </a:r>
          </a:p>
          <a:p>
            <a:pPr marL="228600" indent="-228600">
              <a:spcBef>
                <a:spcPts val="1500"/>
              </a:spcBef>
              <a:buSzPct val="100000"/>
              <a:buChar char="•"/>
              <a:defRPr sz="3000"/>
            </a:pPr>
            <a:r>
              <a:t>someArray.contains(someInstance) returns true if true.</a:t>
            </a:r>
          </a:p>
          <a:p>
            <a:pPr>
              <a:spcBef>
                <a:spcPts val="1500"/>
              </a:spcBef>
              <a:defRPr sz="3000"/>
            </a:pPr>
            <a:r>
              <a:t>Note</a:t>
            </a:r>
          </a:p>
          <a:p>
            <a:pPr marL="228600" indent="-228600">
              <a:spcBef>
                <a:spcPts val="1500"/>
              </a:spcBef>
              <a:buSzPct val="100000"/>
              <a:buChar char="•"/>
              <a:defRPr sz="3000"/>
            </a:pPr>
            <a:r>
              <a:t>Contains uses == (the Equatable protocol).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Shape 123"/>
          <p:cNvSpPr/>
          <p:nvPr>
            <p:ph type="sldImg"/>
          </p:nvPr>
        </p:nvSpPr>
        <p:spPr>
          <a:prstGeom prst="rect">
            <a:avLst/>
          </a:prstGeom>
        </p:spPr>
        <p:txBody>
          <a:bodyPr/>
          <a:lstStyle/>
          <a:p>
            <a:pPr/>
          </a:p>
        </p:txBody>
      </p:sp>
      <p:sp>
        <p:nvSpPr>
          <p:cNvPr id="124" name="Shape 124"/>
          <p:cNvSpPr/>
          <p:nvPr>
            <p:ph type="body" sz="quarter" idx="1"/>
          </p:nvPr>
        </p:nvSpPr>
        <p:spPr>
          <a:prstGeom prst="rect">
            <a:avLst/>
          </a:prstGeom>
        </p:spPr>
        <p:txBody>
          <a:bodyPr/>
          <a:lstStyle/>
          <a:p>
            <a:pPr>
              <a:spcBef>
                <a:spcPts val="1500"/>
              </a:spcBef>
              <a:defRPr sz="3000"/>
            </a:pPr>
            <a:r>
              <a:t>Note</a:t>
            </a:r>
          </a:p>
          <a:p>
            <a:pPr marL="228600" indent="-228600">
              <a:spcBef>
                <a:spcPts val="1500"/>
              </a:spcBef>
              <a:buSzPct val="100000"/>
              <a:buChar char="•"/>
              <a:defRPr sz="3000"/>
            </a:pPr>
            <a:r>
              <a:t>Shows the many ways to declare the type of things in an array.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Shape 131"/>
          <p:cNvSpPr/>
          <p:nvPr>
            <p:ph type="sldImg"/>
          </p:nvPr>
        </p:nvSpPr>
        <p:spPr>
          <a:prstGeom prst="rect">
            <a:avLst/>
          </a:prstGeom>
        </p:spPr>
        <p:txBody>
          <a:bodyPr/>
          <a:lstStyle/>
          <a:p>
            <a:pPr/>
          </a:p>
        </p:txBody>
      </p:sp>
      <p:sp>
        <p:nvSpPr>
          <p:cNvPr id="132" name="Shape 132"/>
          <p:cNvSpPr/>
          <p:nvPr>
            <p:ph type="body" sz="quarter" idx="1"/>
          </p:nvPr>
        </p:nvSpPr>
        <p:spPr>
          <a:prstGeom prst="rect">
            <a:avLst/>
          </a:prstGeom>
        </p:spPr>
        <p:txBody>
          <a:bodyPr/>
          <a:lstStyle/>
          <a:p>
            <a:pPr>
              <a:defRPr sz="3000"/>
            </a:pPr>
            <a:r>
              <a:t>Note</a:t>
            </a:r>
          </a:p>
          <a:p>
            <a:pPr marL="228600" indent="-228600">
              <a:buSzPct val="100000"/>
              <a:buChar char="•"/>
              <a:defRPr sz="3000"/>
            </a:pPr>
            <a:r>
              <a:t>Shows the repeating Array initializer:</a:t>
            </a:r>
          </a:p>
          <a:p>
            <a:pPr>
              <a:defRPr sz="3000"/>
            </a:pPr>
            <a:r>
              <a:t>	var myArray = [Int](repeating: 0, count: 100)</a:t>
            </a:r>
          </a:p>
          <a:p>
            <a:pPr>
              <a:defRPr sz="3000"/>
            </a:pPr>
            <a:r>
              <a:t>		Creates an array filled with 100 zeros. </a:t>
            </a:r>
          </a:p>
          <a:p>
            <a:pPr>
              <a:defRPr sz="3000"/>
            </a:pPr>
          </a:p>
          <a:p>
            <a:pPr marL="228600" indent="-228600">
              <a:buSzPct val="100000"/>
              <a:buChar char="•"/>
              <a:defRPr sz="3000"/>
            </a:pPr>
            <a:r>
              <a:t>Shows someArray.count (returns Int).</a:t>
            </a:r>
          </a:p>
          <a:p>
            <a:pPr marL="228600" indent="-228600">
              <a:buSzPct val="100000"/>
              <a:buChar char="•"/>
              <a:defRPr sz="3000"/>
            </a:pPr>
            <a:r>
              <a:t>Shows someArray.isEmpty (returns Bool).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Shape 142"/>
          <p:cNvSpPr/>
          <p:nvPr>
            <p:ph type="sldImg"/>
          </p:nvPr>
        </p:nvSpPr>
        <p:spPr>
          <a:prstGeom prst="rect">
            <a:avLst/>
          </a:prstGeom>
        </p:spPr>
        <p:txBody>
          <a:bodyPr/>
          <a:lstStyle/>
          <a:p>
            <a:pPr/>
          </a:p>
        </p:txBody>
      </p:sp>
      <p:sp>
        <p:nvSpPr>
          <p:cNvPr id="143" name="Shape 143"/>
          <p:cNvSpPr/>
          <p:nvPr>
            <p:ph type="body" sz="quarter" idx="1"/>
          </p:nvPr>
        </p:nvSpPr>
        <p:spPr>
          <a:prstGeom prst="rect">
            <a:avLst/>
          </a:prstGeom>
        </p:spPr>
        <p:txBody>
          <a:bodyPr/>
          <a:lstStyle/>
          <a:p>
            <a:pPr>
              <a:defRPr sz="3000"/>
            </a:pPr>
            <a:r>
              <a:t>Say</a:t>
            </a:r>
          </a:p>
          <a:p>
            <a:pPr marL="228600" indent="-228600">
              <a:buSzPct val="100000"/>
              <a:buChar char="•"/>
              <a:defRPr sz="3000"/>
            </a:pPr>
            <a:r>
              <a:t>Change or retrieve a value by using array subscripting syntax which is similar to other languages.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Shape 151"/>
          <p:cNvSpPr/>
          <p:nvPr>
            <p:ph type="sldImg"/>
          </p:nvPr>
        </p:nvSpPr>
        <p:spPr>
          <a:prstGeom prst="rect">
            <a:avLst/>
          </a:prstGeom>
        </p:spPr>
        <p:txBody>
          <a:bodyPr/>
          <a:lstStyle/>
          <a:p>
            <a:pPr/>
          </a:p>
        </p:txBody>
      </p:sp>
      <p:sp>
        <p:nvSpPr>
          <p:cNvPr id="152" name="Shape 152"/>
          <p:cNvSpPr/>
          <p:nvPr>
            <p:ph type="body" sz="quarter" idx="1"/>
          </p:nvPr>
        </p:nvSpPr>
        <p:spPr>
          <a:prstGeom prst="rect">
            <a:avLst/>
          </a:prstGeom>
        </p:spPr>
        <p:txBody>
          <a:bodyPr/>
          <a:lstStyle/>
          <a:p>
            <a:pPr>
              <a:spcBef>
                <a:spcPts val="1500"/>
              </a:spcBef>
              <a:defRPr sz="3000"/>
            </a:pPr>
            <a:r>
              <a:t>Note</a:t>
            </a:r>
          </a:p>
          <a:p>
            <a:pPr marL="228600" indent="-228600">
              <a:spcBef>
                <a:spcPts val="1500"/>
              </a:spcBef>
              <a:buSzPct val="100000"/>
              <a:buChar char="•"/>
              <a:defRPr sz="3000"/>
            </a:pPr>
            <a:r>
              <a:t>Shows someArray.append("object").</a:t>
            </a:r>
          </a:p>
          <a:p>
            <a:pPr marL="228600" indent="-228600">
              <a:spcBef>
                <a:spcPts val="1500"/>
              </a:spcBef>
              <a:buSzPct val="100000"/>
              <a:buChar char="•"/>
              <a:defRPr sz="3000"/>
            </a:pPr>
            <a:r>
              <a:t>append() is limited to 1 item.</a:t>
            </a:r>
          </a:p>
          <a:p>
            <a:pPr marL="228600" indent="-228600">
              <a:spcBef>
                <a:spcPts val="1500"/>
              </a:spcBef>
              <a:buSzPct val="100000"/>
              <a:buChar char="•"/>
              <a:defRPr sz="3000"/>
            </a:pPr>
            <a:r>
              <a:t>append from array is: someArray.append(contentsOf: someOtherArray)</a:t>
            </a:r>
          </a:p>
          <a:p>
            <a:pPr marL="228600" indent="-228600">
              <a:spcBef>
                <a:spcPts val="1500"/>
              </a:spcBef>
              <a:buSzPct val="100000"/>
              <a:buChar char="•"/>
              <a:defRPr sz="3000"/>
            </a:pPr>
            <a:r>
              <a:t>Shows someArray += ["Keith", "Jane"].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Shape 160"/>
          <p:cNvSpPr/>
          <p:nvPr>
            <p:ph type="sldImg"/>
          </p:nvPr>
        </p:nvSpPr>
        <p:spPr>
          <a:prstGeom prst="rect">
            <a:avLst/>
          </a:prstGeom>
        </p:spPr>
        <p:txBody>
          <a:bodyPr/>
          <a:lstStyle/>
          <a:p>
            <a:pPr/>
          </a:p>
        </p:txBody>
      </p:sp>
      <p:sp>
        <p:nvSpPr>
          <p:cNvPr id="161" name="Shape 161"/>
          <p:cNvSpPr/>
          <p:nvPr>
            <p:ph type="body" sz="quarter" idx="1"/>
          </p:nvPr>
        </p:nvSpPr>
        <p:spPr>
          <a:prstGeom prst="rect">
            <a:avLst/>
          </a:prstGeom>
        </p:spPr>
        <p:txBody>
          <a:bodyPr/>
          <a:lstStyle/>
          <a:p>
            <a:pPr>
              <a:spcBef>
                <a:spcPts val="1500"/>
              </a:spcBef>
              <a:defRPr sz="3000"/>
            </a:pPr>
            <a:r>
              <a:t>Note</a:t>
            </a:r>
          </a:p>
          <a:p>
            <a:pPr marL="228600" indent="-228600">
              <a:spcBef>
                <a:spcPts val="1500"/>
              </a:spcBef>
              <a:buSzPct val="100000"/>
              <a:buChar char="•"/>
              <a:defRPr sz="3000"/>
            </a:pPr>
            <a:r>
              <a:t>Shows someArray.insert("object" at: 0).</a:t>
            </a:r>
          </a:p>
          <a:p>
            <a:pPr>
              <a:spcBef>
                <a:spcPts val="1500"/>
              </a:spcBef>
              <a:defRPr sz="3000"/>
            </a:pPr>
            <a:r>
              <a:t>Say</a:t>
            </a:r>
          </a:p>
          <a:p>
            <a:pPr marL="228600" indent="-228600">
              <a:spcBef>
                <a:spcPts val="1500"/>
              </a:spcBef>
              <a:buSzPct val="100000"/>
              <a:buChar char="•"/>
              <a:defRPr sz="3000"/>
            </a:pPr>
            <a:r>
              <a:t>Note that there's also someArray.insert(contentsOf: someOtherArray at: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Shape 171"/>
          <p:cNvSpPr/>
          <p:nvPr>
            <p:ph type="sldImg"/>
          </p:nvPr>
        </p:nvSpPr>
        <p:spPr>
          <a:prstGeom prst="rect">
            <a:avLst/>
          </a:prstGeom>
        </p:spPr>
        <p:txBody>
          <a:bodyPr/>
          <a:lstStyle/>
          <a:p>
            <a:pPr/>
          </a:p>
        </p:txBody>
      </p:sp>
      <p:sp>
        <p:nvSpPr>
          <p:cNvPr id="172" name="Shape 172"/>
          <p:cNvSpPr/>
          <p:nvPr>
            <p:ph type="body" sz="quarter" idx="1"/>
          </p:nvPr>
        </p:nvSpPr>
        <p:spPr>
          <a:prstGeom prst="rect">
            <a:avLst/>
          </a:prstGeom>
        </p:spPr>
        <p:txBody>
          <a:bodyPr/>
          <a:lstStyle/>
          <a:p>
            <a:pPr>
              <a:spcBef>
                <a:spcPts val="1500"/>
              </a:spcBef>
              <a:defRPr sz="3000"/>
            </a:pPr>
            <a:r>
              <a:t>Say</a:t>
            </a:r>
          </a:p>
          <a:p>
            <a:pPr marL="228600" indent="-228600">
              <a:spcBef>
                <a:spcPts val="1500"/>
              </a:spcBef>
              <a:buSzPct val="100000"/>
              <a:buChar char="•"/>
              <a:defRPr sz="3000"/>
            </a:pPr>
            <a:r>
              <a:t>Note that remove(at:) returns the removed item.</a:t>
            </a:r>
          </a:p>
          <a:p>
            <a:pPr>
              <a:spcBef>
                <a:spcPts val="1500"/>
              </a:spcBef>
              <a:defRPr sz="3000"/>
            </a:pPr>
            <a:r>
              <a:t>Note</a:t>
            </a:r>
          </a:p>
          <a:p>
            <a:pPr marL="228600" indent="-228600">
              <a:spcBef>
                <a:spcPts val="1500"/>
              </a:spcBef>
              <a:buSzPct val="100000"/>
              <a:buChar char="•"/>
              <a:defRPr sz="3000"/>
            </a:pPr>
            <a:r>
              <a:t>There's also removeFirst() and removeSubrange().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Shape 198"/>
          <p:cNvSpPr/>
          <p:nvPr>
            <p:ph type="sldImg"/>
          </p:nvPr>
        </p:nvSpPr>
        <p:spPr>
          <a:prstGeom prst="rect">
            <a:avLst/>
          </a:prstGeom>
        </p:spPr>
        <p:txBody>
          <a:bodyPr/>
          <a:lstStyle/>
          <a:p>
            <a:pPr/>
          </a:p>
        </p:txBody>
      </p:sp>
      <p:sp>
        <p:nvSpPr>
          <p:cNvPr id="199" name="Shape 199"/>
          <p:cNvSpPr/>
          <p:nvPr>
            <p:ph type="body" sz="quarter" idx="1"/>
          </p:nvPr>
        </p:nvSpPr>
        <p:spPr>
          <a:prstGeom prst="rect">
            <a:avLst/>
          </a:prstGeom>
        </p:spPr>
        <p:txBody>
          <a:bodyPr/>
          <a:lstStyle/>
          <a:p>
            <a:pPr>
              <a:spcBef>
                <a:spcPts val="1500"/>
              </a:spcBef>
              <a:defRPr sz="3000"/>
            </a:pPr>
            <a:r>
              <a:t>Note</a:t>
            </a:r>
          </a:p>
          <a:p>
            <a:pPr>
              <a:spcBef>
                <a:spcPts val="1500"/>
              </a:spcBef>
              <a:defRPr sz="3000"/>
            </a:pPr>
            <a:r>
              <a:t>Shows literal syntax and ways to instantiate.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Shape 206"/>
          <p:cNvSpPr/>
          <p:nvPr>
            <p:ph type="sldImg"/>
          </p:nvPr>
        </p:nvSpPr>
        <p:spPr>
          <a:prstGeom prst="rect">
            <a:avLst/>
          </a:prstGeom>
        </p:spPr>
        <p:txBody>
          <a:bodyPr/>
          <a:lstStyle/>
          <a:p>
            <a:pPr/>
          </a:p>
        </p:txBody>
      </p:sp>
      <p:sp>
        <p:nvSpPr>
          <p:cNvPr id="207" name="Shape 207"/>
          <p:cNvSpPr/>
          <p:nvPr>
            <p:ph type="body" sz="quarter" idx="1"/>
          </p:nvPr>
        </p:nvSpPr>
        <p:spPr>
          <a:prstGeom prst="rect">
            <a:avLst/>
          </a:prstGeom>
        </p:spPr>
        <p:txBody>
          <a:bodyPr/>
          <a:lstStyle/>
          <a:p>
            <a:pPr>
              <a:defRPr sz="3000"/>
            </a:pPr>
            <a:r>
              <a:t>Say</a:t>
            </a:r>
          </a:p>
          <a:p>
            <a:pPr marL="228600" indent="-228600">
              <a:buSzPct val="100000"/>
              <a:buChar char="•"/>
              <a:defRPr sz="3000"/>
            </a:pPr>
            <a:r>
              <a:t>scores["Oli"] = 399 will update or insert a value for "Oli".</a:t>
            </a:r>
          </a:p>
          <a:p>
            <a:pPr marL="228600" indent="-228600">
              <a:buSzPct val="100000"/>
              <a:buChar char="•"/>
              <a:defRPr sz="3000"/>
            </a:pPr>
            <a:r>
              <a:t>scores.updateValue(100, forKey: "Richard")</a:t>
            </a:r>
          </a:p>
          <a:p>
            <a:pPr marL="546100" indent="-228600">
              <a:buSzPct val="100000"/>
              <a:buChar char="-"/>
              <a:defRPr sz="3000"/>
            </a:pPr>
            <a:r>
              <a:t>	Returns old value if there is one.</a:t>
            </a:r>
          </a:p>
          <a:p>
            <a:pPr marL="546100" indent="-228600">
              <a:buSzPct val="100000"/>
              <a:buChar char="-"/>
              <a:defRPr sz="3000"/>
            </a:pPr>
            <a:r>
              <a:t>	Returns nil if not.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Shape 215"/>
          <p:cNvSpPr/>
          <p:nvPr>
            <p:ph type="sldImg"/>
          </p:nvPr>
        </p:nvSpPr>
        <p:spPr>
          <a:prstGeom prst="rect">
            <a:avLst/>
          </a:prstGeom>
        </p:spPr>
        <p:txBody>
          <a:bodyPr/>
          <a:lstStyle/>
          <a:p>
            <a:pPr/>
          </a:p>
        </p:txBody>
      </p:sp>
      <p:sp>
        <p:nvSpPr>
          <p:cNvPr id="216" name="Shape 216"/>
          <p:cNvSpPr/>
          <p:nvPr>
            <p:ph type="body" sz="quarter" idx="1"/>
          </p:nvPr>
        </p:nvSpPr>
        <p:spPr>
          <a:prstGeom prst="rect">
            <a:avLst/>
          </a:prstGeom>
        </p:spPr>
        <p:txBody>
          <a:bodyPr/>
          <a:lstStyle/>
          <a:p>
            <a:pPr>
              <a:defRPr sz="3000"/>
            </a:pPr>
            <a:r>
              <a:t>Say</a:t>
            </a:r>
          </a:p>
          <a:p>
            <a:pPr marL="228600" indent="-228600">
              <a:buSzPct val="100000"/>
              <a:buChar char="•"/>
              <a:defRPr sz="3000"/>
            </a:pPr>
            <a:r>
              <a:t>Use if-let to run code only if a value was returned. </a:t>
            </a:r>
          </a:p>
          <a:p>
            <a:pPr marL="228600" indent="-228600">
              <a:buSzPct val="100000"/>
              <a:buChar char="•"/>
              <a:defRPr sz="3000"/>
            </a:pPr>
            <a:r>
              <a:t>If there wasn't an existing value, the code with the brackets won't be executed.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Shape 224"/>
          <p:cNvSpPr/>
          <p:nvPr>
            <p:ph type="sldImg"/>
          </p:nvPr>
        </p:nvSpPr>
        <p:spPr>
          <a:prstGeom prst="rect">
            <a:avLst/>
          </a:prstGeom>
        </p:spPr>
        <p:txBody>
          <a:bodyPr/>
          <a:lstStyle/>
          <a:p>
            <a:pPr/>
          </a:p>
        </p:txBody>
      </p:sp>
      <p:sp>
        <p:nvSpPr>
          <p:cNvPr id="225" name="Shape 225"/>
          <p:cNvSpPr/>
          <p:nvPr>
            <p:ph type="body" sz="quarter" idx="1"/>
          </p:nvPr>
        </p:nvSpPr>
        <p:spPr>
          <a:prstGeom prst="rect">
            <a:avLst/>
          </a:prstGeom>
        </p:spPr>
        <p:txBody>
          <a:bodyPr/>
          <a:lstStyle/>
          <a:p>
            <a:pPr>
              <a:spcBef>
                <a:spcPts val="1500"/>
              </a:spcBef>
              <a:defRPr sz="3000"/>
            </a:pPr>
            <a:r>
              <a:t>Say</a:t>
            </a:r>
          </a:p>
          <a:p>
            <a:pPr marL="228600" indent="-228600">
              <a:spcBef>
                <a:spcPts val="1500"/>
              </a:spcBef>
              <a:buSzPct val="100000"/>
              <a:buChar char="•"/>
              <a:defRPr sz="3000"/>
            </a:pPr>
            <a:r>
              <a:t>scores["Oli"] = nil removes it if present.</a:t>
            </a:r>
          </a:p>
          <a:p>
            <a:pPr>
              <a:spcBef>
                <a:spcPts val="1500"/>
              </a:spcBef>
              <a:defRPr sz="3000"/>
            </a:pPr>
            <a:r>
              <a:t>	scores.removeValue(forKey: "Oli")</a:t>
            </a:r>
          </a:p>
          <a:p>
            <a:pPr marL="228600" indent="-228600">
              <a:spcBef>
                <a:spcPts val="1500"/>
              </a:spcBef>
              <a:buSzPct val="100000"/>
              <a:buChar char="•"/>
              <a:defRPr sz="3000"/>
            </a:pPr>
            <a:r>
              <a:t>Returns old value if there is one.</a:t>
            </a:r>
          </a:p>
          <a:p>
            <a:pPr marL="228600" indent="-228600">
              <a:spcBef>
                <a:spcPts val="1500"/>
              </a:spcBef>
              <a:buSzPct val="100000"/>
              <a:buChar char="•"/>
              <a:defRPr sz="3000"/>
            </a:pPr>
            <a:r>
              <a:t>Returns nil if not.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Shape 234"/>
          <p:cNvSpPr/>
          <p:nvPr>
            <p:ph type="sldImg"/>
          </p:nvPr>
        </p:nvSpPr>
        <p:spPr>
          <a:prstGeom prst="rect">
            <a:avLst/>
          </a:prstGeom>
        </p:spPr>
        <p:txBody>
          <a:bodyPr/>
          <a:lstStyle/>
          <a:p>
            <a:pPr/>
          </a:p>
        </p:txBody>
      </p:sp>
      <p:sp>
        <p:nvSpPr>
          <p:cNvPr id="235" name="Shape 235"/>
          <p:cNvSpPr/>
          <p:nvPr>
            <p:ph type="body" sz="quarter" idx="1"/>
          </p:nvPr>
        </p:nvSpPr>
        <p:spPr>
          <a:prstGeom prst="rect">
            <a:avLst/>
          </a:prstGeom>
        </p:spPr>
        <p:txBody>
          <a:bodyPr/>
          <a:lstStyle/>
          <a:p>
            <a:pPr>
              <a:defRPr sz="3000"/>
            </a:pPr>
            <a:r>
              <a:t>Say</a:t>
            </a:r>
          </a:p>
          <a:p>
            <a:pPr marL="228600" indent="-228600">
              <a:buSzPct val="100000"/>
              <a:buChar char="•"/>
              <a:defRPr sz="3000"/>
            </a:pPr>
            <a:r>
              <a:t>What's the return type?</a:t>
            </a:r>
          </a:p>
          <a:p>
            <a:pPr marL="228600" indent="-228600">
              <a:buSzPct val="100000"/>
              <a:buChar char="•"/>
              <a:defRPr sz="3000"/>
            </a:pPr>
            <a:r>
              <a:t>Answer: Int? because there may not be a key/value pair for the key.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0" name="Shape 240"/>
          <p:cNvSpPr/>
          <p:nvPr>
            <p:ph type="sldImg"/>
          </p:nvPr>
        </p:nvSpPr>
        <p:spPr>
          <a:prstGeom prst="rect">
            <a:avLst/>
          </a:prstGeom>
        </p:spPr>
        <p:txBody>
          <a:bodyPr/>
          <a:lstStyle/>
          <a:p>
            <a:pPr/>
          </a:p>
        </p:txBody>
      </p:sp>
      <p:sp>
        <p:nvSpPr>
          <p:cNvPr id="241" name="Shape 241"/>
          <p:cNvSpPr/>
          <p:nvPr>
            <p:ph type="body" sz="quarter" idx="1"/>
          </p:nvPr>
        </p:nvSpPr>
        <p:spPr>
          <a:prstGeom prst="rect">
            <a:avLst/>
          </a:prstGeom>
        </p:spPr>
        <p:txBody>
          <a:bodyPr/>
          <a:lstStyle>
            <a:lvl1pPr marL="171979" indent="-171979">
              <a:buSzPct val="90000"/>
              <a:buChar char="•"/>
            </a:lvl1pPr>
          </a:lstStyle>
          <a:p>
            <a:pPr/>
            <a:r>
              <a:t>A hash value is an Int value that’s the same for all objects that compare equally, such that if a == b, the hash value of a is equal to the hash value of b.</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Shape 252"/>
          <p:cNvSpPr/>
          <p:nvPr>
            <p:ph type="sldImg"/>
          </p:nvPr>
        </p:nvSpPr>
        <p:spPr>
          <a:prstGeom prst="rect">
            <a:avLst/>
          </a:prstGeom>
        </p:spPr>
        <p:txBody>
          <a:bodyPr/>
          <a:lstStyle/>
          <a:p>
            <a:pPr/>
          </a:p>
        </p:txBody>
      </p:sp>
      <p:sp>
        <p:nvSpPr>
          <p:cNvPr id="253" name="Shape 253"/>
          <p:cNvSpPr/>
          <p:nvPr>
            <p:ph type="body" sz="quarter" idx="1"/>
          </p:nvPr>
        </p:nvSpPr>
        <p:spPr>
          <a:prstGeom prst="rect">
            <a:avLst/>
          </a:prstGeom>
        </p:spPr>
        <p:txBody>
          <a:bodyPr/>
          <a:lstStyle/>
          <a:p>
            <a:pPr/>
            <a:r>
              <a:t>The type of the letters variable is inferred to be Set&lt;Character&gt;, from the type of the initializer.</a:t>
            </a:r>
          </a:p>
          <a:p>
            <a:pPr/>
          </a:p>
          <a:p>
            <a:pPr/>
            <a:r>
              <a:t>Unlike arrays, sets don’t have an equivalent shorthand form.</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9" name="Shape 279"/>
          <p:cNvSpPr/>
          <p:nvPr>
            <p:ph type="sldImg"/>
          </p:nvPr>
        </p:nvSpPr>
        <p:spPr>
          <a:prstGeom prst="rect">
            <a:avLst/>
          </a:prstGeom>
        </p:spPr>
        <p:txBody>
          <a:bodyPr/>
          <a:lstStyle/>
          <a:p>
            <a:pPr/>
          </a:p>
        </p:txBody>
      </p:sp>
      <p:sp>
        <p:nvSpPr>
          <p:cNvPr id="280" name="Shape 280"/>
          <p:cNvSpPr/>
          <p:nvPr>
            <p:ph type="body" sz="quarter" idx="1"/>
          </p:nvPr>
        </p:nvSpPr>
        <p:spPr>
          <a:prstGeom prst="rect">
            <a:avLst/>
          </a:prstGeom>
        </p:spPr>
        <p:txBody>
          <a:bodyPr/>
          <a:lstStyle/>
          <a:p>
            <a:pPr>
              <a:defRPr sz="2000">
                <a:latin typeface="Menlo Regular"/>
                <a:ea typeface="Menlo Regular"/>
                <a:cs typeface="Menlo Regular"/>
                <a:sym typeface="Menlo Regular"/>
              </a:defRPr>
            </a:pPr>
            <a:r>
              <a:t>for genre in favoriteGenres.sorted() {</a:t>
            </a:r>
          </a:p>
          <a:p>
            <a:pPr>
              <a:defRPr sz="2000">
                <a:latin typeface="Menlo Regular"/>
                <a:ea typeface="Menlo Regular"/>
                <a:cs typeface="Menlo Regular"/>
                <a:sym typeface="Menlo Regular"/>
              </a:defRPr>
            </a:pPr>
            <a:r>
              <a:t>    print("\(genre)")</a:t>
            </a:r>
          </a:p>
          <a:p>
            <a:pPr>
              <a:defRPr sz="2000">
                <a:latin typeface="Menlo Regular"/>
                <a:ea typeface="Menlo Regular"/>
                <a:cs typeface="Menlo Regular"/>
                <a:sym typeface="Menlo Regular"/>
              </a:defRPr>
            </a:pPr>
            <a:r>
              <a:t>}</a:t>
            </a:r>
          </a:p>
          <a:p>
            <a:pPr>
              <a:defRPr sz="2000">
                <a:latin typeface="Menlo Regular"/>
                <a:ea typeface="Menlo Regular"/>
                <a:cs typeface="Menlo Regular"/>
                <a:sym typeface="Menlo Regular"/>
              </a:defRPr>
            </a:pPr>
            <a:r>
              <a:t>// Classical</a:t>
            </a:r>
          </a:p>
          <a:p>
            <a:pPr>
              <a:defRPr sz="2000">
                <a:latin typeface="Menlo Regular"/>
                <a:ea typeface="Menlo Regular"/>
                <a:cs typeface="Menlo Regular"/>
                <a:sym typeface="Menlo Regular"/>
              </a:defRPr>
            </a:pPr>
            <a:r>
              <a:t>// Hip hop</a:t>
            </a:r>
          </a:p>
          <a:p>
            <a:pPr>
              <a:defRPr sz="2000">
                <a:latin typeface="Menlo Regular"/>
                <a:ea typeface="Menlo Regular"/>
                <a:cs typeface="Menlo Regular"/>
                <a:sym typeface="Menlo Regular"/>
              </a:defRPr>
            </a:pPr>
            <a:r>
              <a:t>// Jazz</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3" name="Shape 333"/>
          <p:cNvSpPr/>
          <p:nvPr>
            <p:ph type="sldImg"/>
          </p:nvPr>
        </p:nvSpPr>
        <p:spPr>
          <a:prstGeom prst="rect">
            <a:avLst/>
          </a:prstGeom>
        </p:spPr>
        <p:txBody>
          <a:bodyPr/>
          <a:lstStyle/>
          <a:p>
            <a:pPr/>
          </a:p>
        </p:txBody>
      </p:sp>
      <p:sp>
        <p:nvSpPr>
          <p:cNvPr id="334" name="Shape 334"/>
          <p:cNvSpPr/>
          <p:nvPr>
            <p:ph type="body" sz="quarter" idx="1"/>
          </p:nvPr>
        </p:nvSpPr>
        <p:spPr>
          <a:prstGeom prst="rect">
            <a:avLst/>
          </a:prstGeom>
        </p:spPr>
        <p:txBody>
          <a:bodyPr/>
          <a:lstStyle/>
          <a:p>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6" name="Shape 336"/>
          <p:cNvSpPr/>
          <p:nvPr>
            <p:ph type="sldImg"/>
          </p:nvPr>
        </p:nvSpPr>
        <p:spPr>
          <a:prstGeom prst="rect">
            <a:avLst/>
          </a:prstGeom>
        </p:spPr>
        <p:txBody>
          <a:bodyPr/>
          <a:lstStyle/>
          <a:p>
            <a:pPr/>
          </a:p>
        </p:txBody>
      </p:sp>
      <p:sp>
        <p:nvSpPr>
          <p:cNvPr id="337" name="Shape 337"/>
          <p:cNvSpPr/>
          <p:nvPr>
            <p:ph type="body" sz="quarter" idx="1"/>
          </p:nvPr>
        </p:nvSpPr>
        <p:spPr>
          <a:prstGeom prst="rect">
            <a:avLst/>
          </a:prstGeom>
        </p:spPr>
        <p:txBody>
          <a:bodyPr/>
          <a:lstStyle/>
          <a:p>
            <a:pPr/>
            <a:r>
              <a:t>L569805A-en_WW App Development with Swift © 2021 Apple Inc. This work is licensed by Apple Inc. under the </a:t>
            </a:r>
            <a:r>
              <a:rPr u="sng">
                <a:hlinkClick r:id="rId3" invalidUrl="" action="" tgtFrame="" tooltip="" history="1" highlightClick="0" endSnd="0"/>
              </a:rPr>
              <a:t>Creative Commons Attribution-NonCommercial-ShareAlike 4.0 International</a:t>
            </a:r>
            <a:r>
              <a:t> license (</a:t>
            </a:r>
            <a:r>
              <a:rPr u="sng">
                <a:hlinkClick r:id="rId3" invalidUrl="" action="" tgtFrame="" tooltip="" history="1" highlightClick="0" endSnd="0"/>
              </a:rPr>
              <a:t>https://creativecommons.org/licenses/by-nc-sa/4.0/legalcode</a:t>
            </a:r>
            <a:r>
              <a: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nc-sa/4.0/legalcode"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Code">
    <p:spTree>
      <p:nvGrpSpPr>
        <p:cNvPr id="1" name=""/>
        <p:cNvGrpSpPr/>
        <p:nvPr/>
      </p:nvGrpSpPr>
      <p:grpSpPr>
        <a:xfrm>
          <a:off x="0" y="0"/>
          <a:ext cx="0" cy="0"/>
          <a:chOff x="0" y="0"/>
          <a:chExt cx="0" cy="0"/>
        </a:xfrm>
      </p:grpSpPr>
      <p:sp>
        <p:nvSpPr>
          <p:cNvPr id="1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
    <p:bg>
      <p:bgPr>
        <a:solidFill>
          <a:srgbClr val="000000"/>
        </a:solidFill>
      </p:bgPr>
    </p:bg>
    <p:spTree>
      <p:nvGrpSpPr>
        <p:cNvPr id="1" name=""/>
        <p:cNvGrpSpPr/>
        <p:nvPr/>
      </p:nvGrpSpPr>
      <p:grpSpPr>
        <a:xfrm>
          <a:off x="0" y="0"/>
          <a:ext cx="0" cy="0"/>
          <a:chOff x="0" y="0"/>
          <a:chExt cx="0" cy="0"/>
        </a:xfrm>
      </p:grpSpPr>
      <p:sp>
        <p:nvSpPr>
          <p:cNvPr id="19" name="Text"/>
          <p:cNvSpPr/>
          <p:nvPr>
            <p:ph type="body" sz="quarter" idx="21"/>
          </p:nvPr>
        </p:nvSpPr>
        <p:spPr>
          <a:xfrm>
            <a:off x="214165" y="13373100"/>
            <a:ext cx="19291301" cy="228600"/>
          </a:xfrm>
          <a:prstGeom prst="rect">
            <a:avLst/>
          </a:prstGeom>
          <a:ln w="12700"/>
        </p:spPr>
        <p:txBody>
          <a:bodyPr lIns="0" tIns="0" rIns="0" bIns="0" anchor="b">
            <a:spAutoFit/>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0" name="Text"/>
          <p:cNvSpPr/>
          <p:nvPr>
            <p:ph type="body" sz="quarter" idx="22"/>
          </p:nvPr>
        </p:nvSpPr>
        <p:spPr>
          <a:xfrm>
            <a:off x="1143000" y="2057400"/>
            <a:ext cx="22098001" cy="914400"/>
          </a:xfrm>
          <a:prstGeom prst="rect">
            <a:avLst/>
          </a:prstGeom>
          <a:ln w="12700"/>
        </p:spPr>
        <p:txBody>
          <a:bodyPr lIns="50800" tIns="50800" rIns="50800" bIns="50800">
            <a:spAutoFit/>
          </a:bodyPr>
          <a:lstStyle/>
          <a:p>
            <a:pPr defTabSz="825500">
              <a:lnSpc>
                <a:spcPct val="90000"/>
              </a:lnSpc>
              <a:defRPr spc="-136" sz="6800">
                <a:latin typeface="+mn-lt"/>
                <a:ea typeface="+mn-ea"/>
                <a:cs typeface="+mn-cs"/>
                <a:sym typeface="Helvetica Neue"/>
              </a:defRPr>
            </a:pPr>
          </a:p>
        </p:txBody>
      </p:sp>
      <p:sp>
        <p:nvSpPr>
          <p:cNvPr id="21" name="Title Text"/>
          <p:cNvSpPr/>
          <p:nvPr>
            <p:ph type="title"/>
          </p:nvPr>
        </p:nvSpPr>
        <p:spPr>
          <a:xfrm>
            <a:off x="1155700" y="0"/>
            <a:ext cx="22098000" cy="2057400"/>
          </a:xfrm>
          <a:prstGeom prst="rect">
            <a:avLst/>
          </a:prstGeom>
          <a:ln w="12700"/>
        </p:spPr>
        <p:txBody>
          <a:bodyPr lIns="50800" tIns="50800" rIns="50800" bIns="50800" anchor="b"/>
          <a:lstStyle>
            <a:lvl1pPr defTabSz="825500">
              <a:lnSpc>
                <a:spcPts val="7300"/>
              </a:lnSpc>
              <a:spcBef>
                <a:spcPts val="0"/>
              </a:spcBef>
              <a:defRPr b="1" spc="-136" sz="6800">
                <a:latin typeface="+mn-lt"/>
                <a:ea typeface="+mn-ea"/>
                <a:cs typeface="+mn-cs"/>
                <a:sym typeface="Helvetica Neue"/>
              </a:defRPr>
            </a:lvl1pPr>
          </a:lstStyle>
          <a:p>
            <a:pPr/>
            <a:r>
              <a:t>Title Text</a:t>
            </a:r>
          </a:p>
        </p:txBody>
      </p:sp>
      <p:sp>
        <p:nvSpPr>
          <p:cNvPr id="22" name="Body Level One…"/>
          <p:cNvSpPr/>
          <p:nvPr>
            <p:ph type="body" idx="1"/>
          </p:nvPr>
        </p:nvSpPr>
        <p:spPr>
          <a:xfrm>
            <a:off x="1143000" y="3911600"/>
            <a:ext cx="22098000" cy="9118600"/>
          </a:xfrm>
          <a:prstGeom prst="rect">
            <a:avLst/>
          </a:prstGeom>
          <a:ln w="12700"/>
        </p:spPr>
        <p:txBody>
          <a:bodyPr lIns="50800" tIns="50800" rIns="50800" bIns="50800"/>
          <a:lstStyle>
            <a:lvl1pPr marL="317500" indent="-317500" defTabSz="914400">
              <a:lnSpc>
                <a:spcPct val="100000"/>
              </a:lnSpc>
              <a:spcBef>
                <a:spcPts val="2800"/>
              </a:spcBef>
              <a:buSzPct val="90000"/>
              <a:buChar char="•"/>
              <a:defRPr spc="-48" sz="4800">
                <a:latin typeface="+mn-lt"/>
                <a:ea typeface="+mn-ea"/>
                <a:cs typeface="+mn-cs"/>
                <a:sym typeface="Helvetica Neue"/>
              </a:defRPr>
            </a:lvl1pPr>
            <a:lvl2pPr marL="635000" indent="-304800" defTabSz="914400">
              <a:lnSpc>
                <a:spcPct val="100000"/>
              </a:lnSpc>
              <a:spcBef>
                <a:spcPts val="2800"/>
              </a:spcBef>
              <a:buSzPct val="80000"/>
              <a:buChar char="-"/>
              <a:defRPr spc="-48" sz="4800">
                <a:latin typeface="+mn-lt"/>
                <a:ea typeface="+mn-ea"/>
                <a:cs typeface="+mn-cs"/>
                <a:sym typeface="Helvetica Neue"/>
              </a:defRPr>
            </a:lvl2pPr>
            <a:lvl3pPr marL="947419" indent="-299719" defTabSz="914400">
              <a:lnSpc>
                <a:spcPct val="100000"/>
              </a:lnSpc>
              <a:spcBef>
                <a:spcPts val="2800"/>
              </a:spcBef>
              <a:buSzPct val="80000"/>
              <a:buChar char="-"/>
              <a:defRPr spc="-48" sz="4800">
                <a:latin typeface="+mn-lt"/>
                <a:ea typeface="+mn-ea"/>
                <a:cs typeface="+mn-cs"/>
                <a:sym typeface="Helvetica Neue"/>
              </a:defRPr>
            </a:lvl3pPr>
            <a:lvl4pPr marL="1252219" indent="-287019" defTabSz="914400">
              <a:lnSpc>
                <a:spcPct val="100000"/>
              </a:lnSpc>
              <a:spcBef>
                <a:spcPts val="2800"/>
              </a:spcBef>
              <a:buSzPct val="80000"/>
              <a:buChar char="-"/>
              <a:defRPr spc="-48" sz="4800">
                <a:latin typeface="+mn-lt"/>
                <a:ea typeface="+mn-ea"/>
                <a:cs typeface="+mn-cs"/>
                <a:sym typeface="Helvetica Neue"/>
              </a:defRPr>
            </a:lvl4pPr>
            <a:lvl5pPr marL="1550669" indent="-280669" defTabSz="914400">
              <a:lnSpc>
                <a:spcPct val="100000"/>
              </a:lnSpc>
              <a:spcBef>
                <a:spcPts val="2800"/>
              </a:spcBef>
              <a:buSzPct val="80000"/>
              <a:buChar char="-"/>
              <a:defRPr spc="-48" sz="4800">
                <a:latin typeface="+mn-lt"/>
                <a:ea typeface="+mn-ea"/>
                <a:cs typeface="+mn-cs"/>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23" name="Slide Number"/>
          <p:cNvSpPr/>
          <p:nvPr>
            <p:ph type="sldNum" sz="quarter" idx="2"/>
          </p:nvPr>
        </p:nvSpPr>
        <p:spPr>
          <a:xfrm>
            <a:off x="23963891" y="130429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s-Only">
    <p:bg>
      <p:bgPr>
        <a:solidFill>
          <a:srgbClr val="000000"/>
        </a:solidFill>
      </p:bgPr>
    </p:bg>
    <p:spTree>
      <p:nvGrpSpPr>
        <p:cNvPr id="1" name=""/>
        <p:cNvGrpSpPr/>
        <p:nvPr/>
      </p:nvGrpSpPr>
      <p:grpSpPr>
        <a:xfrm>
          <a:off x="0" y="0"/>
          <a:ext cx="0" cy="0"/>
          <a:chOff x="0" y="0"/>
          <a:chExt cx="0" cy="0"/>
        </a:xfrm>
      </p:grpSpPr>
      <p:sp>
        <p:nvSpPr>
          <p:cNvPr id="30" name="Text"/>
          <p:cNvSpPr/>
          <p:nvPr>
            <p:ph type="body" sz="quarter" idx="21"/>
          </p:nvPr>
        </p:nvSpPr>
        <p:spPr>
          <a:xfrm>
            <a:off x="214165" y="13373100"/>
            <a:ext cx="19291301" cy="228600"/>
          </a:xfrm>
          <a:prstGeom prst="rect">
            <a:avLst/>
          </a:prstGeom>
          <a:ln w="12700"/>
        </p:spPr>
        <p:txBody>
          <a:bodyPr lIns="0" tIns="0" rIns="0" bIns="0" anchor="b">
            <a:spAutoFit/>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31" name="Text"/>
          <p:cNvSpPr/>
          <p:nvPr>
            <p:ph type="body" sz="quarter" idx="22"/>
          </p:nvPr>
        </p:nvSpPr>
        <p:spPr>
          <a:xfrm>
            <a:off x="1140172" y="2057400"/>
            <a:ext cx="22098001" cy="914400"/>
          </a:xfrm>
          <a:prstGeom prst="rect">
            <a:avLst/>
          </a:prstGeom>
          <a:ln w="12700"/>
        </p:spPr>
        <p:txBody>
          <a:bodyPr lIns="50800" tIns="50800" rIns="50800" bIns="50800">
            <a:spAutoFit/>
          </a:bodyPr>
          <a:lstStyle/>
          <a:p>
            <a:pPr defTabSz="825500">
              <a:lnSpc>
                <a:spcPct val="90000"/>
              </a:lnSpc>
              <a:defRPr spc="-136" sz="6800">
                <a:latin typeface="+mn-lt"/>
                <a:ea typeface="+mn-ea"/>
                <a:cs typeface="+mn-cs"/>
                <a:sym typeface="Helvetica Neue"/>
              </a:defRPr>
            </a:pPr>
          </a:p>
        </p:txBody>
      </p:sp>
      <p:sp>
        <p:nvSpPr>
          <p:cNvPr id="32" name="Title Text"/>
          <p:cNvSpPr/>
          <p:nvPr>
            <p:ph type="title"/>
          </p:nvPr>
        </p:nvSpPr>
        <p:spPr>
          <a:xfrm>
            <a:off x="1155700" y="0"/>
            <a:ext cx="22098000" cy="2057400"/>
          </a:xfrm>
          <a:prstGeom prst="rect">
            <a:avLst/>
          </a:prstGeom>
          <a:ln w="12700"/>
        </p:spPr>
        <p:txBody>
          <a:bodyPr lIns="50800" tIns="50800" rIns="50800" bIns="50800" anchor="b"/>
          <a:lstStyle>
            <a:lvl1pPr defTabSz="825500">
              <a:lnSpc>
                <a:spcPts val="7300"/>
              </a:lnSpc>
              <a:spcBef>
                <a:spcPts val="0"/>
              </a:spcBef>
              <a:defRPr b="1" spc="-136" sz="6800">
                <a:latin typeface="+mn-lt"/>
                <a:ea typeface="+mn-ea"/>
                <a:cs typeface="+mn-cs"/>
                <a:sym typeface="Helvetica Neue"/>
              </a:defRPr>
            </a:lvl1pPr>
          </a:lstStyle>
          <a:p>
            <a:pPr/>
            <a:r>
              <a:t>Title Text</a:t>
            </a:r>
          </a:p>
        </p:txBody>
      </p:sp>
      <p:sp>
        <p:nvSpPr>
          <p:cNvPr id="33" name="Slide Number"/>
          <p:cNvSpPr/>
          <p:nvPr>
            <p:ph type="sldNum" sz="quarter" idx="2"/>
          </p:nvPr>
        </p:nvSpPr>
        <p:spPr>
          <a:xfrm>
            <a:off x="23963891" y="130429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solidFill>
          <a:srgbClr val="000000"/>
        </a:solidFill>
      </p:bgPr>
    </p:bg>
    <p:spTree>
      <p:nvGrpSpPr>
        <p:cNvPr id="1" name=""/>
        <p:cNvGrpSpPr/>
        <p:nvPr/>
      </p:nvGrpSpPr>
      <p:grpSpPr>
        <a:xfrm>
          <a:off x="0" y="0"/>
          <a:ext cx="0" cy="0"/>
          <a:chOff x="0" y="0"/>
          <a:chExt cx="0" cy="0"/>
        </a:xfrm>
      </p:grpSpPr>
      <p:sp>
        <p:nvSpPr>
          <p:cNvPr id="40" name="Text"/>
          <p:cNvSpPr/>
          <p:nvPr>
            <p:ph type="body" sz="quarter" idx="21"/>
          </p:nvPr>
        </p:nvSpPr>
        <p:spPr>
          <a:xfrm>
            <a:off x="214165" y="13373100"/>
            <a:ext cx="19291301" cy="228600"/>
          </a:xfrm>
          <a:prstGeom prst="rect">
            <a:avLst/>
          </a:prstGeom>
          <a:ln w="12700"/>
        </p:spPr>
        <p:txBody>
          <a:bodyPr lIns="0" tIns="0" rIns="0" bIns="0" anchor="b">
            <a:spAutoFit/>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41" name="Slide Number"/>
          <p:cNvSpPr/>
          <p:nvPr>
            <p:ph type="sldNum" sz="quarter" idx="2"/>
          </p:nvPr>
        </p:nvSpPr>
        <p:spPr>
          <a:xfrm>
            <a:off x="23963891" y="130429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ubtopic">
    <p:bg>
      <p:bgPr>
        <a:solidFill>
          <a:srgbClr val="000000"/>
        </a:solidFill>
      </p:bgPr>
    </p:bg>
    <p:spTree>
      <p:nvGrpSpPr>
        <p:cNvPr id="1" name=""/>
        <p:cNvGrpSpPr/>
        <p:nvPr/>
      </p:nvGrpSpPr>
      <p:grpSpPr>
        <a:xfrm>
          <a:off x="0" y="0"/>
          <a:ext cx="0" cy="0"/>
          <a:chOff x="0" y="0"/>
          <a:chExt cx="0" cy="0"/>
        </a:xfrm>
      </p:grpSpPr>
      <p:sp>
        <p:nvSpPr>
          <p:cNvPr id="48" name="Text"/>
          <p:cNvSpPr/>
          <p:nvPr>
            <p:ph type="body" sz="quarter" idx="21"/>
          </p:nvPr>
        </p:nvSpPr>
        <p:spPr>
          <a:xfrm>
            <a:off x="214165" y="13373100"/>
            <a:ext cx="19291301" cy="228600"/>
          </a:xfrm>
          <a:prstGeom prst="rect">
            <a:avLst/>
          </a:prstGeom>
          <a:ln w="12700"/>
        </p:spPr>
        <p:txBody>
          <a:bodyPr lIns="0" tIns="0" rIns="0" bIns="0" anchor="b">
            <a:spAutoFit/>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49" name="Title Text"/>
          <p:cNvSpPr/>
          <p:nvPr>
            <p:ph type="title"/>
          </p:nvPr>
        </p:nvSpPr>
        <p:spPr>
          <a:xfrm>
            <a:off x="1143000" y="2743200"/>
            <a:ext cx="22098000" cy="8229600"/>
          </a:xfrm>
          <a:prstGeom prst="rect">
            <a:avLst/>
          </a:prstGeom>
          <a:ln w="12700"/>
        </p:spPr>
        <p:txBody>
          <a:bodyPr lIns="50800" tIns="50800" rIns="50800" bIns="50800" anchor="ctr"/>
          <a:lstStyle>
            <a:lvl1pPr defTabSz="914400">
              <a:lnSpc>
                <a:spcPts val="11200"/>
              </a:lnSpc>
              <a:spcBef>
                <a:spcPts val="0"/>
              </a:spcBef>
              <a:defRPr b="1" spc="-200" sz="10000">
                <a:latin typeface="+mn-lt"/>
                <a:ea typeface="+mn-ea"/>
                <a:cs typeface="+mn-cs"/>
                <a:sym typeface="Helvetica Neue"/>
              </a:defRPr>
            </a:lvl1pPr>
          </a:lstStyle>
          <a:p>
            <a:pPr/>
            <a:r>
              <a:t>Title Text</a:t>
            </a:r>
          </a:p>
        </p:txBody>
      </p:sp>
      <p:sp>
        <p:nvSpPr>
          <p:cNvPr id="50" name="Slide Number"/>
          <p:cNvSpPr/>
          <p:nvPr>
            <p:ph type="sldNum" sz="quarter" idx="2"/>
          </p:nvPr>
        </p:nvSpPr>
        <p:spPr>
          <a:xfrm>
            <a:off x="23963891" y="130429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losing">
    <p:bg>
      <p:bgPr>
        <a:solidFill>
          <a:srgbClr val="000000"/>
        </a:solidFill>
      </p:bgPr>
    </p:bg>
    <p:spTree>
      <p:nvGrpSpPr>
        <p:cNvPr id="1" name=""/>
        <p:cNvGrpSpPr/>
        <p:nvPr/>
      </p:nvGrpSpPr>
      <p:grpSpPr>
        <a:xfrm>
          <a:off x="0" y="0"/>
          <a:ext cx="0" cy="0"/>
          <a:chOff x="0" y="0"/>
          <a:chExt cx="0" cy="0"/>
        </a:xfrm>
      </p:grpSpPr>
      <p:sp>
        <p:nvSpPr>
          <p:cNvPr id="57" name="© 2021 Apple Inc.…"/>
          <p:cNvSpPr txBox="1"/>
          <p:nvPr/>
        </p:nvSpPr>
        <p:spPr>
          <a:xfrm>
            <a:off x="6628320" y="12982076"/>
            <a:ext cx="11127360" cy="553467"/>
          </a:xfrm>
          <a:prstGeom prst="rect">
            <a:avLst/>
          </a:prstGeom>
          <a:ln w="25400">
            <a:miter lim="400000"/>
          </a:ln>
          <a:extLst>
            <a:ext uri="{C572A759-6A51-4108-AA02-DFA0A04FC94B}">
              <ma14:wrappingTextBoxFlag xmlns:ma14="http://schemas.microsoft.com/office/mac/drawingml/2011/main" val="1"/>
            </a:ext>
          </a:extLst>
        </p:spPr>
        <p:txBody>
          <a:bodyPr wrap="none" lIns="63500" tIns="63500" rIns="63500" bIns="63500" anchor="ctr">
            <a:spAutoFit/>
          </a:bodyPr>
          <a:lstStyle/>
          <a:p>
            <a:pPr>
              <a:tabLst>
                <a:tab pos="1651000" algn="l"/>
              </a:tabLst>
              <a:defRPr sz="1500"/>
            </a:pPr>
            <a:r>
              <a:t>© 2021 Apple Inc. </a:t>
            </a:r>
          </a:p>
          <a:p>
            <a:pPr>
              <a:tabLst>
                <a:tab pos="1651000" algn="l"/>
              </a:tabLst>
              <a:defRPr sz="1500"/>
            </a:pPr>
            <a:r>
              <a:t>This work is licensed by Apple Inc. under the </a:t>
            </a:r>
            <a:r>
              <a:rPr>
                <a:hlinkClick r:id="rId2" invalidUrl="" action="" tgtFrame="" tooltip="" history="1" highlightClick="0" endSnd="0"/>
              </a:rPr>
              <a:t>Creative Commons Attribution-NonCommercial-ShareAlike 4.0 International</a:t>
            </a:r>
            <a:r>
              <a:t> license.</a:t>
            </a:r>
          </a:p>
        </p:txBody>
      </p:sp>
      <p:sp>
        <p:nvSpPr>
          <p:cNvPr id="58" name="Slide Number"/>
          <p:cNvSpPr/>
          <p:nvPr>
            <p:ph type="sldNum" sz="quarter" idx="2"/>
          </p:nvPr>
        </p:nvSpPr>
        <p:spPr>
          <a:xfrm>
            <a:off x="23963891" y="13335000"/>
            <a:ext cx="326137" cy="312167"/>
          </a:xfrm>
          <a:prstGeom prst="rect">
            <a:avLst/>
          </a:prstGeom>
          <a:ln w="12700"/>
        </p:spPr>
        <p:txBody>
          <a:bodyPr lIns="50800" tIns="50800" rIns="50800" bIns="50800"/>
          <a:lstStyle>
            <a:lvl1pPr algn="r">
              <a:lnSpc>
                <a:spcPct val="100000"/>
              </a:lnSpc>
              <a:spcBef>
                <a:spcPts val="0"/>
              </a:spcBef>
              <a:tabLst>
                <a:tab pos="914400" algn="l"/>
              </a:tabLst>
              <a:defRPr sz="1500">
                <a:solidFill>
                  <a:srgbClr val="87939D"/>
                </a:solidFill>
                <a:latin typeface="+mn-lt"/>
                <a:ea typeface="+mn-ea"/>
                <a:cs typeface="+mn-cs"/>
                <a:sym typeface="Helvetica Neue"/>
              </a:defRPr>
            </a:lvl1pPr>
          </a:lstStyle>
          <a:p>
            <a:pPr defTabSz="914400"/>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292B38"/>
        </a:solidFill>
      </p:bgPr>
    </p:bg>
    <p:spTree>
      <p:nvGrpSpPr>
        <p:cNvPr id="1" name=""/>
        <p:cNvGrpSpPr/>
        <p:nvPr/>
      </p:nvGrpSpPr>
      <p:grpSpPr>
        <a:xfrm>
          <a:off x="0" y="0"/>
          <a:ext cx="0" cy="0"/>
          <a:chOff x="0" y="0"/>
          <a:chExt cx="0" cy="0"/>
        </a:xfrm>
      </p:grpSpPr>
      <p:sp>
        <p:nvSpPr>
          <p:cNvPr id="2" name="Body Level One…"/>
          <p:cNvSpPr txBox="1"/>
          <p:nvPr>
            <p:ph type="body" idx="1"/>
          </p:nvPr>
        </p:nvSpPr>
        <p:spPr>
          <a:xfrm>
            <a:off x="1524000" y="604741"/>
            <a:ext cx="21336000" cy="13914262"/>
          </a:xfrm>
          <a:prstGeom prst="rect">
            <a:avLst/>
          </a:prstGeom>
          <a:ln w="25400">
            <a:miter lim="400000"/>
          </a:ln>
          <a:extLst>
            <a:ext uri="{C572A759-6A51-4108-AA02-DFA0A04FC94B}">
              <ma14:wrappingTextBoxFlag xmlns:ma14="http://schemas.microsoft.com/office/mac/drawingml/2011/main" val="1"/>
            </a:ext>
          </a:extLst>
        </p:spPr>
        <p:txBody>
          <a:bodyPr lIns="57150" tIns="57150" rIns="57150" bIns="57150"/>
          <a:lstStyle/>
          <a:p>
            <a:pPr/>
            <a:r>
              <a:t>Body Level One</a:t>
            </a:r>
          </a:p>
          <a:p>
            <a:pPr lvl="1"/>
            <a:r>
              <a:t>Body Level Two</a:t>
            </a:r>
          </a:p>
          <a:p>
            <a:pPr lvl="2"/>
            <a:r>
              <a:t>Body Level Three</a:t>
            </a:r>
          </a:p>
          <a:p>
            <a:pPr lvl="3"/>
            <a:r>
              <a:t>Body Level Four</a:t>
            </a:r>
          </a:p>
          <a:p>
            <a:pPr lvl="4"/>
            <a:r>
              <a:t>Body Level Five</a:t>
            </a:r>
          </a:p>
        </p:txBody>
      </p:sp>
      <p:sp>
        <p:nvSpPr>
          <p:cNvPr id="3" name="Title Text"/>
          <p:cNvSpPr txBox="1"/>
          <p:nvPr>
            <p:ph type="title"/>
          </p:nvPr>
        </p:nvSpPr>
        <p:spPr>
          <a:xfrm>
            <a:off x="1524000" y="762000"/>
            <a:ext cx="21336000" cy="1409700"/>
          </a:xfrm>
          <a:prstGeom prst="rect">
            <a:avLst/>
          </a:prstGeom>
          <a:ln w="25400">
            <a:miter lim="400000"/>
          </a:ln>
          <a:extLst>
            <a:ext uri="{C572A759-6A51-4108-AA02-DFA0A04FC94B}">
              <ma14:wrappingTextBoxFlag xmlns:ma14="http://schemas.microsoft.com/office/mac/drawingml/2011/main" val="1"/>
            </a:ext>
          </a:extLst>
        </p:spPr>
        <p:txBody>
          <a:bodyPr lIns="0" tIns="0" rIns="0" bIns="0"/>
          <a:lstStyle/>
          <a:p>
            <a:pPr/>
            <a:r>
              <a:t>Title Text</a:t>
            </a:r>
          </a:p>
        </p:txBody>
      </p:sp>
      <p:sp>
        <p:nvSpPr>
          <p:cNvPr id="4" name="Slide Number"/>
          <p:cNvSpPr txBox="1"/>
          <p:nvPr>
            <p:ph type="sldNum" sz="quarter" idx="2"/>
          </p:nvPr>
        </p:nvSpPr>
        <p:spPr>
          <a:xfrm>
            <a:off x="22776924" y="14414500"/>
            <a:ext cx="381204" cy="387070"/>
          </a:xfrm>
          <a:prstGeom prst="rect">
            <a:avLst/>
          </a:prstGeom>
          <a:ln w="25400">
            <a:miter lim="400000"/>
          </a:ln>
        </p:spPr>
        <p:txBody>
          <a:bodyPr wrap="none" lIns="57150" tIns="57150" rIns="57150" bIns="57150">
            <a:spAutoFit/>
          </a:bodyPr>
          <a:lstStyle>
            <a:lvl1pPr algn="l" defTabSz="822960">
              <a:lnSpc>
                <a:spcPct val="120000"/>
              </a:lnSpc>
              <a:spcBef>
                <a:spcPts val="1600"/>
              </a:spcBef>
              <a:defRPr sz="1800">
                <a:solidFill>
                  <a:srgbClr val="A6B0C0"/>
                </a:solidFill>
                <a:latin typeface="Helvetica Neue Thin"/>
                <a:ea typeface="Helvetica Neue Thin"/>
                <a:cs typeface="Helvetica Neue Thin"/>
                <a:sym typeface="Helvetica Neue Thin"/>
              </a:defRPr>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transition xmlns:p14="http://schemas.microsoft.com/office/powerpoint/2010/main" spd="med" advClick="1"/>
  <p:txStyles>
    <p:titleStyle>
      <a:lvl1pPr marL="0" marR="0" indent="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1pPr>
      <a:lvl2pPr marL="0" marR="0" indent="2286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2pPr>
      <a:lvl3pPr marL="0" marR="0" indent="4572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3pPr>
      <a:lvl4pPr marL="0" marR="0" indent="6858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4pPr>
      <a:lvl5pPr marL="0" marR="0" indent="9144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5pPr>
      <a:lvl6pPr marL="0" marR="0" indent="11430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6pPr>
      <a:lvl7pPr marL="0" marR="0" indent="13716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7pPr>
      <a:lvl8pPr marL="0" marR="0" indent="16002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8pPr>
      <a:lvl9pPr marL="0" marR="0" indent="1828800" algn="l" defTabSz="822960" latinLnBrk="0">
        <a:lnSpc>
          <a:spcPts val="10400"/>
        </a:lnSpc>
        <a:spcBef>
          <a:spcPts val="100"/>
        </a:spcBef>
        <a:spcAft>
          <a:spcPts val="0"/>
        </a:spcAft>
        <a:buClrTx/>
        <a:buSzTx/>
        <a:buFontTx/>
        <a:buNone/>
        <a:tabLst/>
        <a:defRPr b="0" baseline="0" cap="none" i="0" spc="0" strike="noStrike" sz="8600" u="none">
          <a:solidFill>
            <a:srgbClr val="FFFFFF"/>
          </a:solidFill>
          <a:uFillTx/>
          <a:latin typeface="Helvetica Neue Thin"/>
          <a:ea typeface="Helvetica Neue Thin"/>
          <a:cs typeface="Helvetica Neue Thin"/>
          <a:sym typeface="Helvetica Neue Thin"/>
        </a:defRPr>
      </a:lvl9pPr>
    </p:titleStyle>
    <p:bodyStyle>
      <a:lvl1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1pPr>
      <a:lvl2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2pPr>
      <a:lvl3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3pPr>
      <a:lvl4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4pPr>
      <a:lvl5pPr marL="0" marR="0" indent="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5pPr>
      <a:lvl6pPr marL="0" marR="0" indent="114300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6pPr>
      <a:lvl7pPr marL="0" marR="0" indent="137160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7pPr>
      <a:lvl8pPr marL="0" marR="0" indent="160020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8pPr>
      <a:lvl9pPr marL="0" marR="0" indent="1828800" algn="l" defTabSz="822960" latinLnBrk="0">
        <a:lnSpc>
          <a:spcPts val="5000"/>
        </a:lnSpc>
        <a:spcBef>
          <a:spcPts val="0"/>
        </a:spcBef>
        <a:spcAft>
          <a:spcPts val="0"/>
        </a:spcAft>
        <a:buClrTx/>
        <a:buSzTx/>
        <a:buFontTx/>
        <a:buNone/>
        <a:tabLst/>
        <a:defRPr b="0" baseline="0" cap="none" i="0" spc="0" strike="noStrike" sz="2600" u="none">
          <a:solidFill>
            <a:srgbClr val="FFFFFF"/>
          </a:solidFill>
          <a:uFillTx/>
          <a:latin typeface="Menlo Regular"/>
          <a:ea typeface="Menlo Regular"/>
          <a:cs typeface="Menlo Regular"/>
          <a:sym typeface="Menlo Regular"/>
        </a:defRPr>
      </a:lvl9pPr>
    </p:bodyStyle>
    <p:otherStyle>
      <a:lvl1pPr marL="0" marR="0" indent="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1pPr>
      <a:lvl2pPr marL="0" marR="0" indent="2286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2pPr>
      <a:lvl3pPr marL="0" marR="0" indent="4572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3pPr>
      <a:lvl4pPr marL="0" marR="0" indent="6858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4pPr>
      <a:lvl5pPr marL="0" marR="0" indent="9144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5pPr>
      <a:lvl6pPr marL="0" marR="0" indent="11430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6pPr>
      <a:lvl7pPr marL="0" marR="0" indent="13716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7pPr>
      <a:lvl8pPr marL="0" marR="0" indent="16002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8pPr>
      <a:lvl9pPr marL="0" marR="0" indent="1828800" algn="l" defTabSz="822960" latinLnBrk="0">
        <a:lnSpc>
          <a:spcPct val="120000"/>
        </a:lnSpc>
        <a:spcBef>
          <a:spcPts val="1600"/>
        </a:spcBef>
        <a:spcAft>
          <a:spcPts val="0"/>
        </a:spcAft>
        <a:buClrTx/>
        <a:buSzTx/>
        <a:buFontTx/>
        <a:buNone/>
        <a:tabLst/>
        <a:defRPr b="0" baseline="0" cap="none" i="0" spc="0" strike="noStrike" sz="1800" u="none">
          <a:solidFill>
            <a:schemeClr val="tx1"/>
          </a:solidFill>
          <a:uFillTx/>
          <a:latin typeface="+mn-lt"/>
          <a:ea typeface="+mn-ea"/>
          <a:cs typeface="+mn-cs"/>
          <a:sym typeface="Helvetica Neue Thin"/>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docs.swift.org/swift-book/documentation/the-swift-programming-language/collectiontypes#Hash-Values-for-Set-Types" TargetMode="External"/><Relationship Id="rId4" Type="http://schemas.openxmlformats.org/officeDocument/2006/relationships/image" Target="../media/image1.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docs.swift.org/swift-book/documentation/the-swift-programming-language/collectiontypes#Creating-and-Initializing-an-Empty-Set" TargetMode="External"/></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ocs.swift.org/swift-book/documentation/the-swift-programming-language/collectiontypes#Creating-a-Set-with-an-Array-Literal" TargetMode="External"/></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ocs.swift.org/swift-book/documentation/the-swift-programming-language/collectiontypes#Accessing-and-Modifying-a-Set" TargetMode="External"/></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ocs.swift.org/swift-book/documentation/the-swift-programming-language/collectiontypes#Accessing-and-Modifying-a-Set" TargetMode="External"/></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docs.swift.org/swift-book/documentation/the-swift-programming-language/collectiontypes#Iterating-Over-a-Set" TargetMode="External"/></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ocs.swift.org/swift-book/documentation/the-swift-programming-language/collectiontypes/#Fundamental-Set-Operations" TargetMode="External"/><Relationship Id="rId3" Type="http://schemas.openxmlformats.org/officeDocument/2006/relationships/image" Target="../media/image3.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ocs.swift.org/swift-book/documentation/the-swift-programming-language/collectiontypes/#Fundamental-Set-Operations" TargetMode="External"/></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ocs.swift.org/swift-book/documentation/the-swift-programming-language/collectiontypes/#Fundamental-Set-Operations" TargetMode="External"/></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68" name="Unit 1:…"/>
          <p:cNvSpPr/>
          <p:nvPr>
            <p:ph type="title"/>
          </p:nvPr>
        </p:nvSpPr>
        <p:spPr>
          <a:prstGeom prst="rect">
            <a:avLst/>
          </a:prstGeom>
        </p:spPr>
        <p:txBody>
          <a:bodyPr/>
          <a:lstStyle/>
          <a:p>
            <a:pPr/>
            <a:r>
              <a:t>Unit 1:</a:t>
            </a:r>
          </a:p>
          <a:p>
            <a:pPr/>
            <a:r>
              <a:t>Collections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71" name="Text"/>
          <p:cNvSpPr/>
          <p:nvPr>
            <p:ph type="body" idx="22"/>
          </p:nvPr>
        </p:nvSpPr>
        <p:spPr>
          <a:xfrm>
            <a:off x="1143000" y="2070100"/>
            <a:ext cx="22098001" cy="914400"/>
          </a:xfrm>
          <a:prstGeom prst="rect">
            <a:avLst/>
          </a:prstGeom>
        </p:spPr>
        <p:txBody>
          <a:bodyPr/>
          <a:lstStyle/>
          <a:p>
            <a:pPr defTabSz="825500">
              <a:lnSpc>
                <a:spcPct val="90000"/>
              </a:lnSpc>
              <a:defRPr spc="-136" sz="6800">
                <a:latin typeface="+mn-lt"/>
                <a:ea typeface="+mn-ea"/>
                <a:cs typeface="+mn-cs"/>
                <a:sym typeface="Helvetica Neue"/>
              </a:defRPr>
            </a:pPr>
          </a:p>
        </p:txBody>
      </p:sp>
      <p:sp>
        <p:nvSpPr>
          <p:cNvPr id="72" name="Collection types"/>
          <p:cNvSpPr/>
          <p:nvPr>
            <p:ph type="title"/>
          </p:nvPr>
        </p:nvSpPr>
        <p:spPr>
          <a:prstGeom prst="rect">
            <a:avLst/>
          </a:prstGeom>
        </p:spPr>
        <p:txBody>
          <a:bodyPr/>
          <a:lstStyle/>
          <a:p>
            <a:pPr/>
            <a:r>
              <a:t>Collection types</a:t>
            </a:r>
          </a:p>
        </p:txBody>
      </p:sp>
      <p:sp>
        <p:nvSpPr>
          <p:cNvPr id="73" name="Array…"/>
          <p:cNvSpPr/>
          <p:nvPr>
            <p:ph type="body" idx="1"/>
          </p:nvPr>
        </p:nvSpPr>
        <p:spPr>
          <a:xfrm>
            <a:off x="1143000" y="3155950"/>
            <a:ext cx="22098000" cy="9118600"/>
          </a:xfrm>
          <a:prstGeom prst="rect">
            <a:avLst/>
          </a:prstGeom>
        </p:spPr>
        <p:txBody>
          <a:bodyPr/>
          <a:lstStyle/>
          <a:p>
            <a:pPr marL="586153" indent="-586153">
              <a:buSzPct val="50000"/>
              <a:buBlip>
                <a:blip r:embed="rId2"/>
              </a:buBlip>
            </a:pPr>
            <a:r>
              <a:t>Array</a:t>
            </a:r>
          </a:p>
          <a:p>
            <a:pPr marL="586153" indent="-586153">
              <a:buSzPct val="50000"/>
              <a:buBlip>
                <a:blip r:embed="rId2"/>
              </a:buBlip>
            </a:pPr>
            <a:r>
              <a:t>Dictionary</a:t>
            </a:r>
          </a:p>
          <a:p>
            <a:pPr marL="586153" indent="-586153">
              <a:buSzPct val="50000"/>
              <a:buBlip>
                <a:blip r:embed="rId2"/>
              </a:buBlip>
            </a:pPr>
            <a:r>
              <a:t>Set</a:t>
            </a:r>
          </a:p>
          <a:p>
            <a:pPr marL="586153" indent="-586153">
              <a:buSzPct val="50000"/>
              <a:buBlip>
                <a:blip r:embed="rId2"/>
              </a:buBlip>
            </a:pPr>
            <a:r>
              <a:t>Tuple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76" name="Defining"/>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Defining</a:t>
            </a:r>
          </a:p>
        </p:txBody>
      </p:sp>
      <p:sp>
        <p:nvSpPr>
          <p:cNvPr id="77" name="Rectangle"/>
          <p:cNvSpPr/>
          <p:nvPr/>
        </p:nvSpPr>
        <p:spPr>
          <a:xfrm>
            <a:off x="761517" y="5214846"/>
            <a:ext cx="22860968" cy="800101"/>
          </a:xfrm>
          <a:prstGeom prst="rect">
            <a:avLst/>
          </a:prstGeom>
          <a:solidFill>
            <a:srgbClr val="292B38"/>
          </a:solidFill>
          <a:ln w="25400">
            <a:miter lim="400000"/>
          </a:ln>
        </p:spPr>
        <p:txBody>
          <a:bodyPr lIns="63500" tIns="63500" rIns="63500" bIns="63500" anchor="ctr"/>
          <a:lstStyle/>
          <a:p>
            <a:pPr/>
          </a:p>
        </p:txBody>
      </p:sp>
      <p:sp>
        <p:nvSpPr>
          <p:cNvPr id="78" name="Rectangle"/>
          <p:cNvSpPr/>
          <p:nvPr/>
        </p:nvSpPr>
        <p:spPr>
          <a:xfrm>
            <a:off x="761516" y="4016929"/>
            <a:ext cx="22860968" cy="800101"/>
          </a:xfrm>
          <a:prstGeom prst="rect">
            <a:avLst/>
          </a:prstGeom>
          <a:solidFill>
            <a:srgbClr val="292B38"/>
          </a:solidFill>
          <a:ln w="25400">
            <a:miter lim="400000"/>
          </a:ln>
        </p:spPr>
        <p:txBody>
          <a:bodyPr lIns="63500" tIns="63500" rIns="63500" bIns="63500" anchor="ctr"/>
          <a:lstStyle/>
          <a:p>
            <a:pPr/>
          </a:p>
        </p:txBody>
      </p:sp>
      <p:sp>
        <p:nvSpPr>
          <p:cNvPr id="79" name="Arrays"/>
          <p:cNvSpPr/>
          <p:nvPr>
            <p:ph type="title"/>
          </p:nvPr>
        </p:nvSpPr>
        <p:spPr>
          <a:prstGeom prst="rect">
            <a:avLst/>
          </a:prstGeom>
        </p:spPr>
        <p:txBody>
          <a:bodyPr/>
          <a:lstStyle/>
          <a:p>
            <a:pPr/>
            <a:r>
              <a:t>Arrays</a:t>
            </a:r>
          </a:p>
        </p:txBody>
      </p:sp>
      <p:sp>
        <p:nvSpPr>
          <p:cNvPr id="80" name="[value1, value2, value3]…"/>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t>[</a:t>
            </a:r>
            <a:r>
              <a:rPr i="1"/>
              <a:t>value1</a:t>
            </a:r>
            <a:r>
              <a:t>, </a:t>
            </a:r>
            <a:r>
              <a:rPr i="1"/>
              <a:t>value2</a:t>
            </a:r>
            <a:r>
              <a:t>, </a:t>
            </a:r>
            <a:r>
              <a:rPr i="1"/>
              <a:t>value3</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names: [</a:t>
            </a:r>
            <a:r>
              <a:rPr>
                <a:solidFill>
                  <a:srgbClr val="6CCE66"/>
                </a:solidFill>
              </a:rPr>
              <a:t>String</a:t>
            </a:r>
            <a:r>
              <a:t>] = [</a:t>
            </a:r>
            <a:r>
              <a:rPr>
                <a:solidFill>
                  <a:srgbClr val="F95B57"/>
                </a:solidFill>
              </a:rPr>
              <a:t>"Anne"</a:t>
            </a:r>
            <a:r>
              <a:t>, </a:t>
            </a:r>
            <a:r>
              <a:rPr>
                <a:solidFill>
                  <a:srgbClr val="F95B57"/>
                </a:solidFill>
              </a:rPr>
              <a:t>"Gary"</a:t>
            </a:r>
            <a:r>
              <a:t>, </a:t>
            </a:r>
            <a:r>
              <a:rPr>
                <a:solidFill>
                  <a:srgbClr val="F95B57"/>
                </a:solidFill>
              </a:rPr>
              <a:t>"Keith"</a:t>
            </a:r>
            <a:r>
              <a: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4"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85" name="Defining"/>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Defining</a:t>
            </a:r>
          </a:p>
        </p:txBody>
      </p:sp>
      <p:sp>
        <p:nvSpPr>
          <p:cNvPr id="86" name="Rectangle"/>
          <p:cNvSpPr/>
          <p:nvPr/>
        </p:nvSpPr>
        <p:spPr>
          <a:xfrm>
            <a:off x="761517" y="5227546"/>
            <a:ext cx="22860968" cy="800101"/>
          </a:xfrm>
          <a:prstGeom prst="rect">
            <a:avLst/>
          </a:prstGeom>
          <a:solidFill>
            <a:srgbClr val="292B38"/>
          </a:solidFill>
          <a:ln w="25400">
            <a:miter lim="400000"/>
          </a:ln>
        </p:spPr>
        <p:txBody>
          <a:bodyPr lIns="63500" tIns="63500" rIns="63500" bIns="63500" anchor="ctr"/>
          <a:lstStyle/>
          <a:p>
            <a:pPr/>
          </a:p>
        </p:txBody>
      </p:sp>
      <p:sp>
        <p:nvSpPr>
          <p:cNvPr id="87" name="Rectangle"/>
          <p:cNvSpPr/>
          <p:nvPr/>
        </p:nvSpPr>
        <p:spPr>
          <a:xfrm>
            <a:off x="761516" y="3991529"/>
            <a:ext cx="22860968" cy="800101"/>
          </a:xfrm>
          <a:prstGeom prst="rect">
            <a:avLst/>
          </a:prstGeom>
          <a:solidFill>
            <a:srgbClr val="292B38"/>
          </a:solidFill>
          <a:ln w="25400">
            <a:miter lim="400000"/>
          </a:ln>
        </p:spPr>
        <p:txBody>
          <a:bodyPr lIns="63500" tIns="63500" rIns="63500" bIns="63500" anchor="ctr"/>
          <a:lstStyle/>
          <a:p>
            <a:pPr/>
          </a:p>
        </p:txBody>
      </p:sp>
      <p:sp>
        <p:nvSpPr>
          <p:cNvPr id="88" name="Arrays"/>
          <p:cNvSpPr/>
          <p:nvPr>
            <p:ph type="title"/>
          </p:nvPr>
        </p:nvSpPr>
        <p:spPr>
          <a:prstGeom prst="rect">
            <a:avLst/>
          </a:prstGeom>
        </p:spPr>
        <p:txBody>
          <a:bodyPr/>
          <a:lstStyle/>
          <a:p>
            <a:pPr/>
            <a:r>
              <a:t>Arrays</a:t>
            </a:r>
          </a:p>
        </p:txBody>
      </p:sp>
      <p:sp>
        <p:nvSpPr>
          <p:cNvPr id="89" name="[value1, value2, value3]…"/>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t>[</a:t>
            </a:r>
            <a:r>
              <a:rPr i="1"/>
              <a:t>value1</a:t>
            </a:r>
            <a:r>
              <a:t>, </a:t>
            </a:r>
            <a:r>
              <a:rPr i="1"/>
              <a:t>value2</a:t>
            </a:r>
            <a:r>
              <a:t>, </a:t>
            </a:r>
            <a:r>
              <a:rPr i="1"/>
              <a:t>value3</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names = [</a:t>
            </a:r>
            <a:r>
              <a:rPr>
                <a:solidFill>
                  <a:srgbClr val="F95B57"/>
                </a:solidFill>
              </a:rPr>
              <a:t>"Anne"</a:t>
            </a:r>
            <a:r>
              <a:t>, </a:t>
            </a:r>
            <a:r>
              <a:rPr>
                <a:solidFill>
                  <a:srgbClr val="F95B57"/>
                </a:solidFill>
              </a:rPr>
              <a:t>"Gary"</a:t>
            </a:r>
            <a:r>
              <a:t>, </a:t>
            </a:r>
            <a:r>
              <a:rPr>
                <a:solidFill>
                  <a:srgbClr val="F95B57"/>
                </a:solidFill>
              </a:rPr>
              <a:t>"Keith"</a:t>
            </a:r>
            <a:r>
              <a:t>]</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94" name="Defining"/>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Defining</a:t>
            </a:r>
          </a:p>
        </p:txBody>
      </p:sp>
      <p:sp>
        <p:nvSpPr>
          <p:cNvPr id="95" name="Rectangle"/>
          <p:cNvSpPr/>
          <p:nvPr/>
        </p:nvSpPr>
        <p:spPr>
          <a:xfrm>
            <a:off x="761516" y="3940729"/>
            <a:ext cx="22860968" cy="800101"/>
          </a:xfrm>
          <a:prstGeom prst="rect">
            <a:avLst/>
          </a:prstGeom>
          <a:solidFill>
            <a:srgbClr val="292B38"/>
          </a:solidFill>
          <a:ln w="25400">
            <a:miter lim="400000"/>
          </a:ln>
        </p:spPr>
        <p:txBody>
          <a:bodyPr lIns="63500" tIns="63500" rIns="63500" bIns="63500" anchor="ctr"/>
          <a:lstStyle/>
          <a:p>
            <a:pPr/>
          </a:p>
        </p:txBody>
      </p:sp>
      <p:sp>
        <p:nvSpPr>
          <p:cNvPr id="96" name="Arrays"/>
          <p:cNvSpPr/>
          <p:nvPr>
            <p:ph type="title"/>
          </p:nvPr>
        </p:nvSpPr>
        <p:spPr>
          <a:prstGeom prst="rect">
            <a:avLst/>
          </a:prstGeom>
        </p:spPr>
        <p:txBody>
          <a:bodyPr/>
          <a:lstStyle/>
          <a:p>
            <a:pPr/>
            <a:r>
              <a:t>Arrays</a:t>
            </a:r>
          </a:p>
        </p:txBody>
      </p:sp>
      <p:sp>
        <p:nvSpPr>
          <p:cNvPr id="97" name="var numbers = [1, -3, 50, 72, -95, 115]"/>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numbers = [1, -3, 50, 72, -95, 115]</a:t>
            </a:r>
          </a:p>
          <a:p>
            <a:pPr marL="0" indent="0" defTabSz="822960">
              <a:lnSpc>
                <a:spcPts val="5000"/>
              </a:lnSpc>
              <a:spcBef>
                <a:spcPts val="0"/>
              </a:spcBef>
              <a:buSzTx/>
              <a:buNone/>
              <a:defRPr spc="0" sz="3000">
                <a:latin typeface="Menlo Regular"/>
                <a:ea typeface="Menlo Regular"/>
                <a:cs typeface="Menlo Regular"/>
                <a:sym typeface="Menlo Regular"/>
              </a:defRPr>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02" name="Defining"/>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Defining</a:t>
            </a:r>
          </a:p>
        </p:txBody>
      </p:sp>
      <p:sp>
        <p:nvSpPr>
          <p:cNvPr id="103" name="Rectangle"/>
          <p:cNvSpPr/>
          <p:nvPr/>
        </p:nvSpPr>
        <p:spPr>
          <a:xfrm>
            <a:off x="761516" y="3966129"/>
            <a:ext cx="22860968" cy="800101"/>
          </a:xfrm>
          <a:prstGeom prst="rect">
            <a:avLst/>
          </a:prstGeom>
          <a:solidFill>
            <a:srgbClr val="292B38"/>
          </a:solidFill>
          <a:ln w="25400">
            <a:miter lim="400000"/>
          </a:ln>
        </p:spPr>
        <p:txBody>
          <a:bodyPr lIns="63500" tIns="63500" rIns="63500" bIns="63500" anchor="ctr"/>
          <a:lstStyle/>
          <a:p>
            <a:pPr/>
          </a:p>
        </p:txBody>
      </p:sp>
      <p:sp>
        <p:nvSpPr>
          <p:cNvPr id="104" name="Arrays"/>
          <p:cNvSpPr/>
          <p:nvPr>
            <p:ph type="title"/>
          </p:nvPr>
        </p:nvSpPr>
        <p:spPr>
          <a:prstGeom prst="rect">
            <a:avLst/>
          </a:prstGeom>
        </p:spPr>
        <p:txBody>
          <a:bodyPr/>
          <a:lstStyle/>
          <a:p>
            <a:pPr/>
            <a:r>
              <a:t>Arrays</a:t>
            </a:r>
          </a:p>
        </p:txBody>
      </p:sp>
      <p:sp>
        <p:nvSpPr>
          <p:cNvPr id="105" name="var numbers: [Int8] = [1, -3, 50, 72, -95, 115]"/>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numbers: [</a:t>
            </a:r>
            <a:r>
              <a:rPr>
                <a:solidFill>
                  <a:srgbClr val="6CCE66"/>
                </a:solidFill>
              </a:rPr>
              <a:t>Int8</a:t>
            </a:r>
            <a:r>
              <a:t>] = [1, -3, 50, 72, -95, 115]</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08" name="contains"/>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contains</a:t>
            </a:r>
          </a:p>
        </p:txBody>
      </p:sp>
      <p:sp>
        <p:nvSpPr>
          <p:cNvPr id="109" name="Rectangle"/>
          <p:cNvSpPr/>
          <p:nvPr/>
        </p:nvSpPr>
        <p:spPr>
          <a:xfrm>
            <a:off x="761516" y="3953429"/>
            <a:ext cx="22860968" cy="2801122"/>
          </a:xfrm>
          <a:prstGeom prst="rect">
            <a:avLst/>
          </a:prstGeom>
          <a:solidFill>
            <a:srgbClr val="292B38"/>
          </a:solidFill>
          <a:ln w="25400">
            <a:miter lim="400000"/>
          </a:ln>
        </p:spPr>
        <p:txBody>
          <a:bodyPr lIns="63500" tIns="63500" rIns="63500" bIns="63500" anchor="ctr"/>
          <a:lstStyle/>
          <a:p>
            <a:pPr/>
          </a:p>
        </p:txBody>
      </p:sp>
      <p:sp>
        <p:nvSpPr>
          <p:cNvPr id="110" name="Rectangle"/>
          <p:cNvSpPr/>
          <p:nvPr/>
        </p:nvSpPr>
        <p:spPr>
          <a:xfrm>
            <a:off x="761517" y="7187641"/>
            <a:ext cx="22860968" cy="771354"/>
          </a:xfrm>
          <a:prstGeom prst="rect">
            <a:avLst/>
          </a:prstGeom>
          <a:solidFill>
            <a:srgbClr val="292B38"/>
          </a:solidFill>
          <a:ln w="25400">
            <a:miter lim="400000"/>
          </a:ln>
        </p:spPr>
        <p:txBody>
          <a:bodyPr lIns="63500" tIns="63500" rIns="63500" bIns="63500" anchor="ctr"/>
          <a:lstStyle/>
          <a:p>
            <a:pPr/>
          </a:p>
        </p:txBody>
      </p:sp>
      <p:sp>
        <p:nvSpPr>
          <p:cNvPr id="111" name="Double-click to edit"/>
          <p:cNvSpPr/>
          <p:nvPr>
            <p:ph type="title"/>
          </p:nvPr>
        </p:nvSpPr>
        <p:spPr>
          <a:prstGeom prst="rect">
            <a:avLst/>
          </a:prstGeom>
        </p:spPr>
        <p:txBody>
          <a:bodyPr/>
          <a:lstStyle/>
          <a:p>
            <a:pPr/>
          </a:p>
        </p:txBody>
      </p:sp>
      <p:sp>
        <p:nvSpPr>
          <p:cNvPr id="112" name="let numbers = [4, 5, 6]…"/>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numbers = [4, 5, 6]</a:t>
            </a:r>
          </a:p>
          <a:p>
            <a:pPr marL="0" indent="0" defTabSz="822960">
              <a:lnSpc>
                <a:spcPts val="5000"/>
              </a:lnSpc>
              <a:spcBef>
                <a:spcPts val="0"/>
              </a:spcBef>
              <a:buSzTx/>
              <a:buNone/>
              <a:defRPr spc="0" sz="3000">
                <a:latin typeface="Menlo Regular"/>
                <a:ea typeface="Menlo Regular"/>
                <a:cs typeface="Menlo Regular"/>
                <a:sym typeface="Menlo Regular"/>
              </a:defRPr>
            </a:pPr>
            <a:r>
              <a:t>if </a:t>
            </a:r>
            <a:r>
              <a:rPr>
                <a:solidFill>
                  <a:srgbClr val="6CCE66"/>
                </a:solidFill>
              </a:rPr>
              <a:t>numbers</a:t>
            </a:r>
            <a:r>
              <a:t>.</a:t>
            </a:r>
            <a:r>
              <a:rPr>
                <a:solidFill>
                  <a:srgbClr val="6CCE66"/>
                </a:solidFill>
              </a:rPr>
              <a:t>contains</a:t>
            </a:r>
            <a:r>
              <a:t>(5)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rPr>
                <a:solidFill>
                  <a:srgbClr val="F95B57"/>
                </a:solidFill>
              </a:rPr>
              <a:t>"There is a 5"</a:t>
            </a:r>
            <a:r>
              <a:t>)</a:t>
            </a: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There is a 5</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17"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118" name="Rectangle"/>
          <p:cNvSpPr/>
          <p:nvPr/>
        </p:nvSpPr>
        <p:spPr>
          <a:xfrm>
            <a:off x="761516" y="3991529"/>
            <a:ext cx="22860968" cy="800101"/>
          </a:xfrm>
          <a:prstGeom prst="rect">
            <a:avLst/>
          </a:prstGeom>
          <a:solidFill>
            <a:srgbClr val="292B38"/>
          </a:solidFill>
          <a:ln w="25400">
            <a:miter lim="400000"/>
          </a:ln>
        </p:spPr>
        <p:txBody>
          <a:bodyPr lIns="63500" tIns="63500" rIns="63500" bIns="63500" anchor="ctr"/>
          <a:lstStyle/>
          <a:p>
            <a:pPr/>
          </a:p>
        </p:txBody>
      </p:sp>
      <p:sp>
        <p:nvSpPr>
          <p:cNvPr id="119" name="Rectangle"/>
          <p:cNvSpPr/>
          <p:nvPr/>
        </p:nvSpPr>
        <p:spPr>
          <a:xfrm>
            <a:off x="761517" y="5264869"/>
            <a:ext cx="22860968" cy="800101"/>
          </a:xfrm>
          <a:prstGeom prst="rect">
            <a:avLst/>
          </a:prstGeom>
          <a:solidFill>
            <a:srgbClr val="292B38"/>
          </a:solidFill>
          <a:ln w="25400">
            <a:miter lim="400000"/>
          </a:ln>
        </p:spPr>
        <p:txBody>
          <a:bodyPr lIns="63500" tIns="63500" rIns="63500" bIns="63500" anchor="ctr"/>
          <a:lstStyle/>
          <a:p>
            <a:pPr/>
          </a:p>
        </p:txBody>
      </p:sp>
      <p:sp>
        <p:nvSpPr>
          <p:cNvPr id="120" name="Rectangle"/>
          <p:cNvSpPr/>
          <p:nvPr/>
        </p:nvSpPr>
        <p:spPr>
          <a:xfrm>
            <a:off x="761517" y="6522559"/>
            <a:ext cx="22860968" cy="800101"/>
          </a:xfrm>
          <a:prstGeom prst="rect">
            <a:avLst/>
          </a:prstGeom>
          <a:solidFill>
            <a:srgbClr val="292B38"/>
          </a:solidFill>
          <a:ln w="25400">
            <a:miter lim="400000"/>
          </a:ln>
        </p:spPr>
        <p:txBody>
          <a:bodyPr lIns="63500" tIns="63500" rIns="63500" bIns="63500" anchor="ctr"/>
          <a:lstStyle/>
          <a:p>
            <a:pPr/>
          </a:p>
        </p:txBody>
      </p:sp>
      <p:sp>
        <p:nvSpPr>
          <p:cNvPr id="121" name="Array types"/>
          <p:cNvSpPr/>
          <p:nvPr>
            <p:ph type="title"/>
          </p:nvPr>
        </p:nvSpPr>
        <p:spPr>
          <a:prstGeom prst="rect">
            <a:avLst/>
          </a:prstGeom>
        </p:spPr>
        <p:txBody>
          <a:bodyPr/>
          <a:lstStyle/>
          <a:p>
            <a:pPr/>
            <a:r>
              <a:t>Array types</a:t>
            </a:r>
          </a:p>
        </p:txBody>
      </p:sp>
      <p:sp>
        <p:nvSpPr>
          <p:cNvPr id="122" name="var myArray: [Int] = []…"/>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myArray: [</a:t>
            </a:r>
            <a:r>
              <a:rPr>
                <a:solidFill>
                  <a:srgbClr val="6CCE66"/>
                </a:solidFill>
              </a:rPr>
              <a:t>Int</a:t>
            </a:r>
            <a:r>
              <a:t>] = []</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myArray: </a:t>
            </a:r>
            <a:r>
              <a:rPr>
                <a:solidFill>
                  <a:srgbClr val="6CCE66"/>
                </a:solidFill>
              </a:rPr>
              <a:t>Array</a:t>
            </a:r>
            <a:r>
              <a:t>&lt;</a:t>
            </a:r>
            <a:r>
              <a:rPr>
                <a:solidFill>
                  <a:srgbClr val="6CCE66"/>
                </a:solidFill>
              </a:rPr>
              <a:t>Int</a:t>
            </a:r>
            <a:r>
              <a:t>&gt; = []</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myArray = [</a:t>
            </a:r>
            <a:r>
              <a:rPr>
                <a:solidFill>
                  <a:srgbClr val="6CCE66"/>
                </a:solidFill>
              </a:rPr>
              <a:t>Int</a:t>
            </a:r>
            <a:r>
              <a: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27" name="repeating"/>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repeating</a:t>
            </a:r>
          </a:p>
        </p:txBody>
      </p:sp>
      <p:sp>
        <p:nvSpPr>
          <p:cNvPr id="128" name="Rectangle"/>
          <p:cNvSpPr/>
          <p:nvPr/>
        </p:nvSpPr>
        <p:spPr>
          <a:xfrm>
            <a:off x="761516" y="3902629"/>
            <a:ext cx="22860968" cy="3549358"/>
          </a:xfrm>
          <a:prstGeom prst="rect">
            <a:avLst/>
          </a:prstGeom>
          <a:solidFill>
            <a:srgbClr val="292B38"/>
          </a:solidFill>
          <a:ln w="25400">
            <a:miter lim="400000"/>
          </a:ln>
        </p:spPr>
        <p:txBody>
          <a:bodyPr lIns="63500" tIns="63500" rIns="63500" bIns="63500" anchor="ctr"/>
          <a:lstStyle/>
          <a:p>
            <a:pPr/>
          </a:p>
        </p:txBody>
      </p:sp>
      <p:sp>
        <p:nvSpPr>
          <p:cNvPr id="129" name="Working with arrays"/>
          <p:cNvSpPr/>
          <p:nvPr>
            <p:ph type="title"/>
          </p:nvPr>
        </p:nvSpPr>
        <p:spPr>
          <a:prstGeom prst="rect">
            <a:avLst/>
          </a:prstGeom>
        </p:spPr>
        <p:txBody>
          <a:bodyPr/>
          <a:lstStyle/>
          <a:p>
            <a:pPr/>
            <a:r>
              <a:t>Working with arrays</a:t>
            </a:r>
          </a:p>
        </p:txBody>
      </p:sp>
      <p:sp>
        <p:nvSpPr>
          <p:cNvPr id="130" name="var myArray = [Int](repeating: 0, count: 100)…"/>
          <p:cNvSpPr/>
          <p:nvPr>
            <p:ph type="body" idx="1"/>
          </p:nvPr>
        </p:nvSpPr>
        <p:spPr>
          <a:xfrm>
            <a:off x="1143000" y="4027346"/>
            <a:ext cx="22098000" cy="9118601"/>
          </a:xfrm>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myArray = [</a:t>
            </a:r>
            <a:r>
              <a:rPr>
                <a:solidFill>
                  <a:srgbClr val="6CCE66"/>
                </a:solidFill>
              </a:rPr>
              <a:t>Int</a:t>
            </a:r>
            <a:r>
              <a:t>](repeating: 0, count: 100)</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count = </a:t>
            </a:r>
            <a:r>
              <a:rPr>
                <a:solidFill>
                  <a:srgbClr val="6CCE66"/>
                </a:solidFill>
              </a:rPr>
              <a:t>myArray</a:t>
            </a:r>
            <a:r>
              <a:t>.</a:t>
            </a:r>
            <a:r>
              <a:rPr>
                <a:solidFill>
                  <a:srgbClr val="6CCE66"/>
                </a:solidFill>
              </a:rPr>
              <a:t>count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if </a:t>
            </a:r>
            <a:r>
              <a:rPr>
                <a:solidFill>
                  <a:srgbClr val="6CCE66"/>
                </a:solidFill>
              </a:rPr>
              <a:t>myArray</a:t>
            </a:r>
            <a:r>
              <a:t>.</a:t>
            </a:r>
            <a:r>
              <a:rPr>
                <a:solidFill>
                  <a:srgbClr val="6CCE66"/>
                </a:solidFill>
              </a:rPr>
              <a:t>isEmpty</a:t>
            </a:r>
            <a:r>
              <a:t> { }</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35" name="Accessing or setting a specific item"/>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Accessing or setting a specific item</a:t>
            </a:r>
          </a:p>
        </p:txBody>
      </p:sp>
      <p:sp>
        <p:nvSpPr>
          <p:cNvPr id="136" name="Rectangle"/>
          <p:cNvSpPr/>
          <p:nvPr/>
        </p:nvSpPr>
        <p:spPr>
          <a:xfrm>
            <a:off x="761517" y="9710311"/>
            <a:ext cx="22860968" cy="800101"/>
          </a:xfrm>
          <a:prstGeom prst="rect">
            <a:avLst/>
          </a:prstGeom>
          <a:solidFill>
            <a:srgbClr val="292B38"/>
          </a:solidFill>
          <a:ln w="25400">
            <a:miter lim="400000"/>
          </a:ln>
        </p:spPr>
        <p:txBody>
          <a:bodyPr lIns="63500" tIns="63500" rIns="63500" bIns="63500" anchor="ctr"/>
          <a:lstStyle/>
          <a:p>
            <a:pPr/>
          </a:p>
        </p:txBody>
      </p:sp>
      <p:sp>
        <p:nvSpPr>
          <p:cNvPr id="137" name="Rectangle"/>
          <p:cNvSpPr/>
          <p:nvPr/>
        </p:nvSpPr>
        <p:spPr>
          <a:xfrm>
            <a:off x="761516" y="3953429"/>
            <a:ext cx="22860968" cy="2208329"/>
          </a:xfrm>
          <a:prstGeom prst="rect">
            <a:avLst/>
          </a:prstGeom>
          <a:solidFill>
            <a:srgbClr val="292B38"/>
          </a:solidFill>
          <a:ln w="25400">
            <a:miter lim="400000"/>
          </a:ln>
        </p:spPr>
        <p:txBody>
          <a:bodyPr lIns="63500" tIns="63500" rIns="63500" bIns="63500" anchor="ctr"/>
          <a:lstStyle/>
          <a:p>
            <a:pPr/>
          </a:p>
        </p:txBody>
      </p:sp>
      <p:sp>
        <p:nvSpPr>
          <p:cNvPr id="138" name="Rectangle"/>
          <p:cNvSpPr/>
          <p:nvPr/>
        </p:nvSpPr>
        <p:spPr>
          <a:xfrm>
            <a:off x="761517" y="6559550"/>
            <a:ext cx="22860968" cy="800100"/>
          </a:xfrm>
          <a:prstGeom prst="rect">
            <a:avLst/>
          </a:prstGeom>
          <a:solidFill>
            <a:srgbClr val="292B38"/>
          </a:solidFill>
          <a:ln w="25400">
            <a:miter lim="400000"/>
          </a:ln>
        </p:spPr>
        <p:txBody>
          <a:bodyPr lIns="63500" tIns="63500" rIns="63500" bIns="63500" anchor="ctr"/>
          <a:lstStyle/>
          <a:p>
            <a:pPr/>
          </a:p>
        </p:txBody>
      </p:sp>
      <p:sp>
        <p:nvSpPr>
          <p:cNvPr id="139" name="Rectangle"/>
          <p:cNvSpPr/>
          <p:nvPr/>
        </p:nvSpPr>
        <p:spPr>
          <a:xfrm>
            <a:off x="761517" y="7831839"/>
            <a:ext cx="22860968" cy="1377998"/>
          </a:xfrm>
          <a:prstGeom prst="rect">
            <a:avLst/>
          </a:prstGeom>
          <a:solidFill>
            <a:srgbClr val="292B38"/>
          </a:solidFill>
          <a:ln w="25400">
            <a:miter lim="400000"/>
          </a:ln>
        </p:spPr>
        <p:txBody>
          <a:bodyPr lIns="63500" tIns="63500" rIns="63500" bIns="63500" anchor="ctr"/>
          <a:lstStyle/>
          <a:p>
            <a:pPr/>
          </a:p>
        </p:txBody>
      </p:sp>
      <p:sp>
        <p:nvSpPr>
          <p:cNvPr id="140" name="Working with arrays"/>
          <p:cNvSpPr/>
          <p:nvPr>
            <p:ph type="title"/>
          </p:nvPr>
        </p:nvSpPr>
        <p:spPr>
          <a:prstGeom prst="rect">
            <a:avLst/>
          </a:prstGeom>
        </p:spPr>
        <p:txBody>
          <a:bodyPr/>
          <a:lstStyle/>
          <a:p>
            <a:pPr/>
            <a:r>
              <a:t>Working with arrays</a:t>
            </a:r>
          </a:p>
        </p:txBody>
      </p:sp>
      <p:sp>
        <p:nvSpPr>
          <p:cNvPr id="141" name="var names = [&quot;Anne&quot;, &quot;Gary&quot;, &quot;Keith&quot;]…"/>
          <p:cNvSpPr/>
          <p:nvPr>
            <p:ph type="body" idx="1"/>
          </p:nvPr>
        </p:nvSpPr>
        <p:spPr>
          <a:xfrm>
            <a:off x="1143000" y="3961538"/>
            <a:ext cx="22098000" cy="9118601"/>
          </a:xfrm>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names = [</a:t>
            </a:r>
            <a:r>
              <a:rPr>
                <a:solidFill>
                  <a:srgbClr val="F95B57"/>
                </a:solidFill>
              </a:rPr>
              <a:t>"Anne"</a:t>
            </a:r>
            <a:r>
              <a:t>, </a:t>
            </a:r>
            <a:r>
              <a:rPr>
                <a:solidFill>
                  <a:srgbClr val="F95B57"/>
                </a:solidFill>
              </a:rPr>
              <a:t>"Gary"</a:t>
            </a:r>
            <a:r>
              <a:t>, </a:t>
            </a:r>
            <a:r>
              <a:rPr>
                <a:solidFill>
                  <a:srgbClr val="F95B57"/>
                </a:solidFill>
              </a:rPr>
              <a:t>"Keith"</a:t>
            </a:r>
            <a:r>
              <a:t>]</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firstName = </a:t>
            </a:r>
            <a:r>
              <a:rPr>
                <a:solidFill>
                  <a:srgbClr val="6CCE66"/>
                </a:solidFill>
              </a:rPr>
              <a:t>names</a:t>
            </a:r>
            <a:r>
              <a:t>[0]</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6CCE66"/>
                </a:solidFill>
              </a:rPr>
              <a:t>firstName</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Anne</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names</a:t>
            </a:r>
            <a:r>
              <a:t>[1] = </a:t>
            </a:r>
            <a:r>
              <a:rPr>
                <a:solidFill>
                  <a:srgbClr val="F95B57"/>
                </a:solidFill>
              </a:rPr>
              <a:t>"Paul"</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6CCE66"/>
                </a:solidFill>
              </a:rPr>
              <a:t>names</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["Anne", "Paul", "Keith"]</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46" name="Appending"/>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Appending</a:t>
            </a:r>
          </a:p>
        </p:txBody>
      </p:sp>
      <p:sp>
        <p:nvSpPr>
          <p:cNvPr id="147" name="Rectangle"/>
          <p:cNvSpPr/>
          <p:nvPr/>
        </p:nvSpPr>
        <p:spPr>
          <a:xfrm>
            <a:off x="761516" y="3978829"/>
            <a:ext cx="22860968" cy="2866800"/>
          </a:xfrm>
          <a:prstGeom prst="rect">
            <a:avLst/>
          </a:prstGeom>
          <a:solidFill>
            <a:srgbClr val="292B38"/>
          </a:solidFill>
          <a:ln w="25400">
            <a:miter lim="400000"/>
          </a:ln>
        </p:spPr>
        <p:txBody>
          <a:bodyPr lIns="63500" tIns="63500" rIns="63500" bIns="63500" anchor="ctr"/>
          <a:lstStyle/>
          <a:p>
            <a:pPr/>
          </a:p>
        </p:txBody>
      </p:sp>
      <p:sp>
        <p:nvSpPr>
          <p:cNvPr id="148" name="Rectangle"/>
          <p:cNvSpPr/>
          <p:nvPr/>
        </p:nvSpPr>
        <p:spPr>
          <a:xfrm>
            <a:off x="761517" y="7143750"/>
            <a:ext cx="22860968" cy="800100"/>
          </a:xfrm>
          <a:prstGeom prst="rect">
            <a:avLst/>
          </a:prstGeom>
          <a:solidFill>
            <a:srgbClr val="292B38"/>
          </a:solidFill>
          <a:ln w="25400">
            <a:miter lim="400000"/>
          </a:ln>
        </p:spPr>
        <p:txBody>
          <a:bodyPr lIns="63500" tIns="63500" rIns="63500" bIns="63500" anchor="ctr"/>
          <a:lstStyle/>
          <a:p>
            <a:pPr/>
          </a:p>
        </p:txBody>
      </p:sp>
      <p:sp>
        <p:nvSpPr>
          <p:cNvPr id="149" name="Working with arrays"/>
          <p:cNvSpPr/>
          <p:nvPr>
            <p:ph type="title"/>
          </p:nvPr>
        </p:nvSpPr>
        <p:spPr>
          <a:prstGeom prst="rect">
            <a:avLst/>
          </a:prstGeom>
        </p:spPr>
        <p:txBody>
          <a:bodyPr/>
          <a:lstStyle/>
          <a:p>
            <a:pPr/>
            <a:r>
              <a:t>Working with arrays</a:t>
            </a:r>
          </a:p>
        </p:txBody>
      </p:sp>
      <p:sp>
        <p:nvSpPr>
          <p:cNvPr id="150" name="var names = [&quot;Amy&quot;]…"/>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names = [</a:t>
            </a:r>
            <a:r>
              <a:rPr>
                <a:solidFill>
                  <a:srgbClr val="F95B57"/>
                </a:solidFill>
              </a:rPr>
              <a:t>"Amy"</a:t>
            </a:r>
            <a:r>
              <a:t>]</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names</a:t>
            </a:r>
            <a:r>
              <a:t>.</a:t>
            </a:r>
            <a:r>
              <a:rPr>
                <a:solidFill>
                  <a:srgbClr val="6CCE66"/>
                </a:solidFill>
              </a:rPr>
              <a:t>append</a:t>
            </a:r>
            <a:r>
              <a:t>(</a:t>
            </a:r>
            <a:r>
              <a:rPr>
                <a:solidFill>
                  <a:srgbClr val="F95B57"/>
                </a:solidFill>
              </a:rPr>
              <a:t>"Joe"</a:t>
            </a:r>
            <a:r>
              <a:t>)</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names</a:t>
            </a:r>
            <a:r>
              <a:t> += [</a:t>
            </a:r>
            <a:r>
              <a:rPr>
                <a:solidFill>
                  <a:srgbClr val="F95B57"/>
                </a:solidFill>
              </a:rPr>
              <a:t>"Keith"</a:t>
            </a:r>
            <a:r>
              <a:t>, </a:t>
            </a:r>
            <a:r>
              <a:rPr>
                <a:solidFill>
                  <a:srgbClr val="F95B57"/>
                </a:solidFill>
              </a:rPr>
              <a:t>"Jane"</a:t>
            </a:r>
            <a:r>
              <a:t>]</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6CCE66"/>
                </a:solidFill>
              </a:rPr>
              <a:t>names</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["Amy", "Joe", "Keith", "Jane"]</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55" name="Inserting"/>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Inserting</a:t>
            </a:r>
          </a:p>
        </p:txBody>
      </p:sp>
      <p:sp>
        <p:nvSpPr>
          <p:cNvPr id="156" name="Rectangle"/>
          <p:cNvSpPr/>
          <p:nvPr/>
        </p:nvSpPr>
        <p:spPr>
          <a:xfrm>
            <a:off x="761516" y="3902629"/>
            <a:ext cx="22860968" cy="2209603"/>
          </a:xfrm>
          <a:prstGeom prst="rect">
            <a:avLst/>
          </a:prstGeom>
          <a:solidFill>
            <a:srgbClr val="292B38"/>
          </a:solidFill>
          <a:ln w="25400">
            <a:miter lim="400000"/>
          </a:ln>
        </p:spPr>
        <p:txBody>
          <a:bodyPr lIns="63500" tIns="63500" rIns="63500" bIns="63500" anchor="ctr"/>
          <a:lstStyle/>
          <a:p>
            <a:pPr/>
          </a:p>
        </p:txBody>
      </p:sp>
      <p:sp>
        <p:nvSpPr>
          <p:cNvPr id="157" name="Rectangle"/>
          <p:cNvSpPr/>
          <p:nvPr/>
        </p:nvSpPr>
        <p:spPr>
          <a:xfrm>
            <a:off x="761517" y="7159832"/>
            <a:ext cx="22860968" cy="800101"/>
          </a:xfrm>
          <a:prstGeom prst="rect">
            <a:avLst/>
          </a:prstGeom>
          <a:solidFill>
            <a:srgbClr val="292B38"/>
          </a:solidFill>
          <a:ln w="25400">
            <a:miter lim="400000"/>
          </a:ln>
        </p:spPr>
        <p:txBody>
          <a:bodyPr lIns="63500" tIns="63500" rIns="63500" bIns="63500" anchor="ctr"/>
          <a:lstStyle/>
          <a:p>
            <a:pPr/>
          </a:p>
        </p:txBody>
      </p:sp>
      <p:sp>
        <p:nvSpPr>
          <p:cNvPr id="158" name="Working with arrays"/>
          <p:cNvSpPr/>
          <p:nvPr>
            <p:ph type="title"/>
          </p:nvPr>
        </p:nvSpPr>
        <p:spPr>
          <a:prstGeom prst="rect">
            <a:avLst/>
          </a:prstGeom>
        </p:spPr>
        <p:txBody>
          <a:bodyPr/>
          <a:lstStyle/>
          <a:p>
            <a:pPr/>
            <a:r>
              <a:t>Working with arrays</a:t>
            </a:r>
          </a:p>
        </p:txBody>
      </p:sp>
      <p:sp>
        <p:nvSpPr>
          <p:cNvPr id="159" name="var names = [&quot;Amy&quot;, &quot;Brad&quot;, &quot;Chelsea&quot;, &quot;Dan&quot;]…"/>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names = [</a:t>
            </a:r>
            <a:r>
              <a:rPr>
                <a:solidFill>
                  <a:srgbClr val="F95B57"/>
                </a:solidFill>
              </a:rPr>
              <a:t>"Amy"</a:t>
            </a:r>
            <a:r>
              <a:t>, </a:t>
            </a:r>
            <a:r>
              <a:rPr>
                <a:solidFill>
                  <a:srgbClr val="F95B57"/>
                </a:solidFill>
              </a:rPr>
              <a:t>"Brad"</a:t>
            </a:r>
            <a:r>
              <a:t>, </a:t>
            </a:r>
            <a:r>
              <a:rPr>
                <a:solidFill>
                  <a:srgbClr val="F95B57"/>
                </a:solidFill>
              </a:rPr>
              <a:t>"Chelsea"</a:t>
            </a:r>
            <a:r>
              <a:t>, </a:t>
            </a:r>
            <a:r>
              <a:rPr>
                <a:solidFill>
                  <a:srgbClr val="F95B57"/>
                </a:solidFill>
              </a:rPr>
              <a:t>"Dan"</a:t>
            </a:r>
            <a:r>
              <a:t>]</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names</a:t>
            </a:r>
            <a:r>
              <a:t>.</a:t>
            </a:r>
            <a:r>
              <a:rPr>
                <a:solidFill>
                  <a:srgbClr val="6CCE66"/>
                </a:solidFill>
              </a:rPr>
              <a:t>insert</a:t>
            </a:r>
            <a:r>
              <a:t>(</a:t>
            </a:r>
            <a:r>
              <a:rPr>
                <a:solidFill>
                  <a:srgbClr val="F95B57"/>
                </a:solidFill>
              </a:rPr>
              <a:t>"Bob"</a:t>
            </a:r>
            <a:r>
              <a:t>, at: 0)</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6CCE66"/>
                </a:solidFill>
              </a:rPr>
              <a:t>names</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["Bob", "Amy", "Brad", "Chelsea", "Dan"]</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64" name="Removing"/>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Removing</a:t>
            </a:r>
          </a:p>
        </p:txBody>
      </p:sp>
      <p:sp>
        <p:nvSpPr>
          <p:cNvPr id="165" name="Rectangle"/>
          <p:cNvSpPr/>
          <p:nvPr/>
        </p:nvSpPr>
        <p:spPr>
          <a:xfrm>
            <a:off x="761516" y="3928029"/>
            <a:ext cx="22860968" cy="2927587"/>
          </a:xfrm>
          <a:prstGeom prst="rect">
            <a:avLst/>
          </a:prstGeom>
          <a:solidFill>
            <a:srgbClr val="292B38"/>
          </a:solidFill>
          <a:ln w="25400">
            <a:miter lim="400000"/>
          </a:ln>
        </p:spPr>
        <p:txBody>
          <a:bodyPr lIns="63500" tIns="63500" rIns="63500" bIns="63500" anchor="ctr"/>
          <a:lstStyle/>
          <a:p>
            <a:pPr/>
          </a:p>
        </p:txBody>
      </p:sp>
      <p:sp>
        <p:nvSpPr>
          <p:cNvPr id="166" name="Rectangle"/>
          <p:cNvSpPr/>
          <p:nvPr/>
        </p:nvSpPr>
        <p:spPr>
          <a:xfrm>
            <a:off x="761517" y="7181850"/>
            <a:ext cx="22860968" cy="800100"/>
          </a:xfrm>
          <a:prstGeom prst="rect">
            <a:avLst/>
          </a:prstGeom>
          <a:solidFill>
            <a:srgbClr val="292B38"/>
          </a:solidFill>
          <a:ln w="25400">
            <a:miter lim="400000"/>
          </a:ln>
        </p:spPr>
        <p:txBody>
          <a:bodyPr lIns="63500" tIns="63500" rIns="63500" bIns="63500" anchor="ctr"/>
          <a:lstStyle/>
          <a:p>
            <a:pPr/>
          </a:p>
        </p:txBody>
      </p:sp>
      <p:sp>
        <p:nvSpPr>
          <p:cNvPr id="167" name="Rectangle"/>
          <p:cNvSpPr/>
          <p:nvPr/>
        </p:nvSpPr>
        <p:spPr>
          <a:xfrm>
            <a:off x="761517" y="8473284"/>
            <a:ext cx="22860968" cy="1408682"/>
          </a:xfrm>
          <a:prstGeom prst="rect">
            <a:avLst/>
          </a:prstGeom>
          <a:solidFill>
            <a:srgbClr val="292B38"/>
          </a:solidFill>
          <a:ln w="25400">
            <a:miter lim="400000"/>
          </a:ln>
        </p:spPr>
        <p:txBody>
          <a:bodyPr lIns="63500" tIns="63500" rIns="63500" bIns="63500" anchor="ctr"/>
          <a:lstStyle/>
          <a:p>
            <a:pPr/>
          </a:p>
        </p:txBody>
      </p:sp>
      <p:sp>
        <p:nvSpPr>
          <p:cNvPr id="168" name="Rectangle"/>
          <p:cNvSpPr/>
          <p:nvPr/>
        </p:nvSpPr>
        <p:spPr>
          <a:xfrm>
            <a:off x="761517" y="10398700"/>
            <a:ext cx="22860968" cy="800101"/>
          </a:xfrm>
          <a:prstGeom prst="rect">
            <a:avLst/>
          </a:prstGeom>
          <a:solidFill>
            <a:srgbClr val="292B38"/>
          </a:solidFill>
          <a:ln w="25400">
            <a:miter lim="400000"/>
          </a:ln>
        </p:spPr>
        <p:txBody>
          <a:bodyPr lIns="63500" tIns="63500" rIns="63500" bIns="63500" anchor="ctr"/>
          <a:lstStyle/>
          <a:p>
            <a:pPr/>
          </a:p>
        </p:txBody>
      </p:sp>
      <p:sp>
        <p:nvSpPr>
          <p:cNvPr id="169" name="Working with arrays"/>
          <p:cNvSpPr/>
          <p:nvPr>
            <p:ph type="title"/>
          </p:nvPr>
        </p:nvSpPr>
        <p:spPr>
          <a:prstGeom prst="rect">
            <a:avLst/>
          </a:prstGeom>
        </p:spPr>
        <p:txBody>
          <a:bodyPr/>
          <a:lstStyle/>
          <a:p>
            <a:pPr/>
            <a:r>
              <a:t>Working with arrays</a:t>
            </a:r>
          </a:p>
        </p:txBody>
      </p:sp>
      <p:sp>
        <p:nvSpPr>
          <p:cNvPr id="170" name="var names = [&quot;Amy&quot;, &quot;Brad&quot;, &quot;Chelsea&quot;, &quot;Dan&quot;]…"/>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names = [</a:t>
            </a:r>
            <a:r>
              <a:rPr>
                <a:solidFill>
                  <a:srgbClr val="F95B57"/>
                </a:solidFill>
              </a:rPr>
              <a:t>"Amy"</a:t>
            </a:r>
            <a:r>
              <a:t>, </a:t>
            </a:r>
            <a:r>
              <a:rPr>
                <a:solidFill>
                  <a:srgbClr val="F95B57"/>
                </a:solidFill>
              </a:rPr>
              <a:t>"Brad"</a:t>
            </a:r>
            <a:r>
              <a:t>, </a:t>
            </a:r>
            <a:r>
              <a:rPr>
                <a:solidFill>
                  <a:srgbClr val="F95B57"/>
                </a:solidFill>
              </a:rPr>
              <a:t>"Chelsea"</a:t>
            </a:r>
            <a:r>
              <a:t>, </a:t>
            </a:r>
            <a:r>
              <a:rPr>
                <a:solidFill>
                  <a:srgbClr val="F95B57"/>
                </a:solidFill>
              </a:rPr>
              <a:t>"Dan"</a:t>
            </a:r>
            <a:r>
              <a:t>]</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chelsea = </a:t>
            </a:r>
            <a:r>
              <a:rPr>
                <a:solidFill>
                  <a:srgbClr val="6CCE66"/>
                </a:solidFill>
              </a:rPr>
              <a:t>names</a:t>
            </a:r>
            <a:r>
              <a:t>.</a:t>
            </a:r>
            <a:r>
              <a:rPr>
                <a:solidFill>
                  <a:srgbClr val="6CCE66"/>
                </a:solidFill>
              </a:rPr>
              <a:t>remove</a:t>
            </a:r>
            <a:r>
              <a:t>(at:2)</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dan = </a:t>
            </a:r>
            <a:r>
              <a:rPr>
                <a:solidFill>
                  <a:srgbClr val="6CCE66"/>
                </a:solidFill>
              </a:rPr>
              <a:t>names</a:t>
            </a:r>
            <a:r>
              <a:t>.</a:t>
            </a:r>
            <a:r>
              <a:rPr>
                <a:solidFill>
                  <a:srgbClr val="6CCE66"/>
                </a:solidFill>
              </a:rPr>
              <a:t>removeLast</a:t>
            </a:r>
            <a:r>
              <a:t>()</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6CCE66"/>
                </a:solidFill>
              </a:rPr>
              <a:t>names</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["Amy", "Brad"]</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names</a:t>
            </a:r>
            <a:r>
              <a:t>.</a:t>
            </a:r>
            <a:r>
              <a:rPr>
                <a:solidFill>
                  <a:srgbClr val="6CCE66"/>
                </a:solidFill>
              </a:rPr>
              <a:t>removeAll</a:t>
            </a:r>
            <a:r>
              <a:t>()</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6CCE66"/>
                </a:solidFill>
              </a:rPr>
              <a:t>names</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75"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176" name="Rectangle"/>
          <p:cNvSpPr/>
          <p:nvPr/>
        </p:nvSpPr>
        <p:spPr>
          <a:xfrm>
            <a:off x="761516" y="3966129"/>
            <a:ext cx="22860968" cy="800101"/>
          </a:xfrm>
          <a:prstGeom prst="rect">
            <a:avLst/>
          </a:prstGeom>
          <a:solidFill>
            <a:srgbClr val="292B38"/>
          </a:solidFill>
          <a:ln w="25400">
            <a:miter lim="400000"/>
          </a:ln>
        </p:spPr>
        <p:txBody>
          <a:bodyPr lIns="63500" tIns="63500" rIns="63500" bIns="63500" anchor="ctr"/>
          <a:lstStyle/>
          <a:p>
            <a:pPr/>
          </a:p>
        </p:txBody>
      </p:sp>
      <p:sp>
        <p:nvSpPr>
          <p:cNvPr id="177" name="Working with arrays"/>
          <p:cNvSpPr/>
          <p:nvPr>
            <p:ph type="title"/>
          </p:nvPr>
        </p:nvSpPr>
        <p:spPr>
          <a:prstGeom prst="rect">
            <a:avLst/>
          </a:prstGeom>
        </p:spPr>
        <p:txBody>
          <a:bodyPr/>
          <a:lstStyle/>
          <a:p>
            <a:pPr/>
            <a:r>
              <a:t>Working with arrays</a:t>
            </a:r>
          </a:p>
        </p:txBody>
      </p:sp>
      <p:sp>
        <p:nvSpPr>
          <p:cNvPr id="178" name="var myNewArray = firstArray + secondArray“…"/>
          <p:cNvSpPr/>
          <p:nvPr>
            <p:ph type="body" idx="1"/>
          </p:nvPr>
        </p:nvSpPr>
        <p:spPr>
          <a:prstGeom prst="rect">
            <a:avLst/>
          </a:prstGeom>
        </p:spPr>
        <p:txBody>
          <a:bodyPr/>
          <a:lstStyle/>
          <a:p>
            <a:pPr marL="0" indent="0" defTabSz="822960">
              <a:lnSpc>
                <a:spcPts val="5000"/>
              </a:lnSpc>
              <a:spcBef>
                <a:spcPts val="0"/>
              </a:spcBef>
              <a:buSzTx/>
              <a:buNone/>
              <a:defRPr spc="0" sz="3600">
                <a:latin typeface="Menlo Regular"/>
                <a:ea typeface="Menlo Regular"/>
                <a:cs typeface="Menlo Regular"/>
                <a:sym typeface="Menlo Regular"/>
              </a:defRPr>
            </a:pPr>
            <a:r>
              <a:rPr>
                <a:solidFill>
                  <a:srgbClr val="3DCCCC"/>
                </a:solidFill>
              </a:rPr>
              <a:t>var</a:t>
            </a:r>
            <a:r>
              <a:t> myNewArray = </a:t>
            </a:r>
            <a:r>
              <a:rPr>
                <a:solidFill>
                  <a:srgbClr val="6CCE66"/>
                </a:solidFill>
              </a:rPr>
              <a:t>firstArray</a:t>
            </a:r>
            <a:r>
              <a:t> + </a:t>
            </a:r>
            <a:r>
              <a:rPr>
                <a:solidFill>
                  <a:srgbClr val="6CCE66"/>
                </a:solidFill>
              </a:rPr>
              <a:t>secondArray“</a:t>
            </a:r>
            <a:endParaRPr>
              <a:solidFill>
                <a:srgbClr val="6CCE66"/>
              </a:solidFill>
            </a:endParaRPr>
          </a:p>
          <a:p>
            <a:pPr marL="0" indent="0" defTabSz="822960">
              <a:lnSpc>
                <a:spcPts val="5000"/>
              </a:lnSpc>
              <a:spcBef>
                <a:spcPts val="0"/>
              </a:spcBef>
              <a:buSzTx/>
              <a:buNone/>
              <a:defRPr spc="0" sz="3600">
                <a:latin typeface="Menlo Regular"/>
                <a:ea typeface="Menlo Regular"/>
                <a:cs typeface="Menlo Regular"/>
                <a:sym typeface="Menlo Regular"/>
              </a:defRPr>
            </a:pPr>
            <a:endParaRPr>
              <a:solidFill>
                <a:srgbClr val="6CCE66"/>
              </a:solidFill>
            </a:endParaRPr>
          </a:p>
          <a:p>
            <a:pPr marL="0" indent="0" defTabSz="822960">
              <a:lnSpc>
                <a:spcPts val="5000"/>
              </a:lnSpc>
              <a:spcBef>
                <a:spcPts val="0"/>
              </a:spcBef>
              <a:buSzTx/>
              <a:buNone/>
              <a:defRPr spc="0" sz="3600">
                <a:latin typeface="Menlo Regular"/>
                <a:ea typeface="Menlo Regular"/>
                <a:cs typeface="Menlo Regular"/>
                <a:sym typeface="Menlo Regular"/>
              </a:defRPr>
            </a:pPr>
            <a:r>
              <a:rPr>
                <a:solidFill>
                  <a:srgbClr val="00FDFF"/>
                </a:solidFill>
              </a:rPr>
              <a:t>let </a:t>
            </a:r>
            <a:r>
              <a:t>containerArray = [array1, array2]</a:t>
            </a:r>
            <a:r>
              <a:rPr>
                <a:solidFill>
                  <a:srgbClr val="6CCE66"/>
                </a:solidFill>
              </a:rPr>
              <a:t> // [ [1,2,3], [4,5,6] ]</a:t>
            </a:r>
            <a:endParaRPr>
              <a:solidFill>
                <a:srgbClr val="6CCE66"/>
              </a:solidFill>
            </a:endParaRPr>
          </a:p>
          <a:p>
            <a:pPr marL="0" indent="0" defTabSz="822960">
              <a:lnSpc>
                <a:spcPts val="5000"/>
              </a:lnSpc>
              <a:spcBef>
                <a:spcPts val="0"/>
              </a:spcBef>
              <a:buSzTx/>
              <a:buNone/>
              <a:defRPr spc="0" sz="3600">
                <a:latin typeface="Menlo Regular"/>
                <a:ea typeface="Menlo Regular"/>
                <a:cs typeface="Menlo Regular"/>
                <a:sym typeface="Menlo Regular"/>
              </a:defRPr>
            </a:pPr>
            <a:r>
              <a:rPr>
                <a:solidFill>
                  <a:srgbClr val="00FDFF"/>
                </a:solidFill>
              </a:rPr>
              <a:t>let </a:t>
            </a:r>
            <a:r>
              <a:t>firstArray = containerArray[0]</a:t>
            </a:r>
            <a:r>
              <a:rPr>
                <a:solidFill>
                  <a:srgbClr val="6CCE66"/>
                </a:solidFill>
              </a:rPr>
              <a:t>  // [1,2,3]</a:t>
            </a:r>
            <a:endParaRPr>
              <a:solidFill>
                <a:srgbClr val="6CCE66"/>
              </a:solidFill>
            </a:endParaRPr>
          </a:p>
          <a:p>
            <a:pPr marL="0" indent="0" defTabSz="822960">
              <a:lnSpc>
                <a:spcPts val="5000"/>
              </a:lnSpc>
              <a:spcBef>
                <a:spcPts val="0"/>
              </a:spcBef>
              <a:buSzTx/>
              <a:buNone/>
              <a:defRPr spc="0" sz="3600">
                <a:latin typeface="Menlo Regular"/>
                <a:ea typeface="Menlo Regular"/>
                <a:cs typeface="Menlo Regular"/>
                <a:sym typeface="Menlo Regular"/>
              </a:defRPr>
            </a:pPr>
            <a:r>
              <a:rPr>
                <a:solidFill>
                  <a:srgbClr val="00FDFF"/>
                </a:solidFill>
              </a:rPr>
              <a:t>let </a:t>
            </a:r>
            <a:r>
              <a:t>firstElement = containerArray[0][0]</a:t>
            </a:r>
            <a:r>
              <a:rPr>
                <a:solidFill>
                  <a:srgbClr val="6CCE66"/>
                </a:solidFill>
              </a:rPr>
              <a:t> // 1</a:t>
            </a:r>
            <a:endParaRPr>
              <a:solidFill>
                <a:srgbClr val="6CCE66"/>
              </a:solidFill>
            </a:endParaRPr>
          </a:p>
          <a:p>
            <a:pPr marL="0" indent="0" defTabSz="822960">
              <a:lnSpc>
                <a:spcPts val="5000"/>
              </a:lnSpc>
              <a:spcBef>
                <a:spcPts val="0"/>
              </a:spcBef>
              <a:buSzTx/>
              <a:buNone/>
              <a:defRPr spc="0" sz="3600">
                <a:latin typeface="Menlo Regular"/>
                <a:ea typeface="Menlo Regular"/>
                <a:cs typeface="Menlo Regular"/>
                <a:sym typeface="Menlo Regular"/>
              </a:defRPr>
            </a:pPr>
            <a:endParaRPr>
              <a:solidFill>
                <a:srgbClr val="6CCE66"/>
              </a:solidFill>
            </a:endParaRP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81" name="Arrays within arrays"/>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Arrays within arrays</a:t>
            </a:r>
          </a:p>
        </p:txBody>
      </p:sp>
      <p:sp>
        <p:nvSpPr>
          <p:cNvPr id="182" name="Rectangle"/>
          <p:cNvSpPr/>
          <p:nvPr/>
        </p:nvSpPr>
        <p:spPr>
          <a:xfrm>
            <a:off x="761516" y="3928029"/>
            <a:ext cx="22860968" cy="5458435"/>
          </a:xfrm>
          <a:prstGeom prst="rect">
            <a:avLst/>
          </a:prstGeom>
          <a:solidFill>
            <a:srgbClr val="292B38"/>
          </a:solidFill>
          <a:ln w="25400">
            <a:miter lim="400000"/>
          </a:ln>
        </p:spPr>
        <p:txBody>
          <a:bodyPr lIns="63500" tIns="63500" rIns="63500" bIns="63500" anchor="ctr"/>
          <a:lstStyle/>
          <a:p>
            <a:pPr/>
          </a:p>
        </p:txBody>
      </p:sp>
      <p:sp>
        <p:nvSpPr>
          <p:cNvPr id="183" name="Rectangle"/>
          <p:cNvSpPr/>
          <p:nvPr/>
        </p:nvSpPr>
        <p:spPr>
          <a:xfrm>
            <a:off x="761517" y="9754164"/>
            <a:ext cx="22860968" cy="1985682"/>
          </a:xfrm>
          <a:prstGeom prst="rect">
            <a:avLst/>
          </a:prstGeom>
          <a:solidFill>
            <a:srgbClr val="292B38"/>
          </a:solidFill>
          <a:ln w="25400">
            <a:miter lim="400000"/>
          </a:ln>
        </p:spPr>
        <p:txBody>
          <a:bodyPr lIns="63500" tIns="63500" rIns="63500" bIns="63500" anchor="ctr"/>
          <a:lstStyle/>
          <a:p>
            <a:pPr/>
          </a:p>
        </p:txBody>
      </p:sp>
      <p:sp>
        <p:nvSpPr>
          <p:cNvPr id="184" name="Working with arrays"/>
          <p:cNvSpPr/>
          <p:nvPr>
            <p:ph type="title"/>
          </p:nvPr>
        </p:nvSpPr>
        <p:spPr>
          <a:prstGeom prst="rect">
            <a:avLst/>
          </a:prstGeom>
        </p:spPr>
        <p:txBody>
          <a:bodyPr/>
          <a:lstStyle/>
          <a:p>
            <a:pPr/>
            <a:r>
              <a:t>Working with arrays</a:t>
            </a:r>
          </a:p>
        </p:txBody>
      </p:sp>
      <p:sp>
        <p:nvSpPr>
          <p:cNvPr id="185" name="let array1 = [1,2,3]…"/>
          <p:cNvSpPr/>
          <p:nvPr>
            <p:ph type="body" idx="1"/>
          </p:nvPr>
        </p:nvSpPr>
        <p:spPr>
          <a:prstGeom prst="rect">
            <a:avLst/>
          </a:prstGeom>
        </p:spPr>
        <p:txBody>
          <a:bodyPr>
            <a:normAutofit fontScale="100000" lnSpcReduction="0"/>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array1 = [1,2,3]</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array2 = [4,5,6]</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containerArray = [</a:t>
            </a:r>
            <a:r>
              <a:rPr>
                <a:solidFill>
                  <a:srgbClr val="6CCE66"/>
                </a:solidFill>
              </a:rPr>
              <a:t>array1</a:t>
            </a:r>
            <a:r>
              <a:t>, </a:t>
            </a:r>
            <a:r>
              <a:rPr>
                <a:solidFill>
                  <a:srgbClr val="6CCE66"/>
                </a:solidFill>
              </a:rPr>
              <a:t>array2</a:t>
            </a:r>
            <a:r>
              <a:t>] </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firstArray = </a:t>
            </a:r>
            <a:r>
              <a:rPr>
                <a:solidFill>
                  <a:srgbClr val="6CCE66"/>
                </a:solidFill>
              </a:rPr>
              <a:t>containerArray</a:t>
            </a:r>
            <a:r>
              <a:t>[0]</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firstElement = </a:t>
            </a:r>
            <a:r>
              <a:rPr>
                <a:solidFill>
                  <a:srgbClr val="6CCE66"/>
                </a:solidFill>
              </a:rPr>
              <a:t>containerArray</a:t>
            </a:r>
            <a:r>
              <a:t>[0][0]</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6CCE66"/>
                </a:solidFill>
              </a:rPr>
              <a:t>containerArray</a:t>
            </a:r>
            <a:r>
              <a:t>)</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6CCE66"/>
                </a:solidFill>
              </a:rPr>
              <a:t>firstArray</a:t>
            </a:r>
            <a:r>
              <a:t>)</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6CCE66"/>
                </a:solidFill>
              </a:rPr>
              <a:t>firstElement</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[[1, 2, 3], [4, 5, 6]]</a:t>
            </a:r>
          </a:p>
          <a:p>
            <a:pPr marL="0" indent="0" defTabSz="822960">
              <a:lnSpc>
                <a:spcPts val="5000"/>
              </a:lnSpc>
              <a:spcBef>
                <a:spcPts val="0"/>
              </a:spcBef>
              <a:buSzTx/>
              <a:buNone/>
              <a:defRPr spc="0" sz="3000">
                <a:latin typeface="Menlo Regular"/>
                <a:ea typeface="Menlo Regular"/>
                <a:cs typeface="Menlo Regular"/>
                <a:sym typeface="Menlo Regular"/>
              </a:defRPr>
            </a:pPr>
            <a:r>
              <a:t>[1, 2, 3]</a:t>
            </a:r>
          </a:p>
          <a:p>
            <a:pPr marL="0" indent="0" defTabSz="822960">
              <a:lnSpc>
                <a:spcPts val="5000"/>
              </a:lnSpc>
              <a:spcBef>
                <a:spcPts val="0"/>
              </a:spcBef>
              <a:buSzTx/>
              <a:buNone/>
              <a:defRPr spc="0" sz="3000">
                <a:latin typeface="Menlo Regular"/>
                <a:ea typeface="Menlo Regular"/>
                <a:cs typeface="Menlo Regular"/>
                <a:sym typeface="Menlo Regular"/>
              </a:defRPr>
            </a:pPr>
            <a:r>
              <a:t>1</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88"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189" name="Other Array Methods"/>
          <p:cNvSpPr/>
          <p:nvPr>
            <p:ph type="title"/>
          </p:nvPr>
        </p:nvSpPr>
        <p:spPr>
          <a:prstGeom prst="rect">
            <a:avLst/>
          </a:prstGeom>
        </p:spPr>
        <p:txBody>
          <a:bodyPr/>
          <a:lstStyle/>
          <a:p>
            <a:pPr/>
            <a:r>
              <a:t>Other Array Methods</a:t>
            </a:r>
          </a:p>
        </p:txBody>
      </p:sp>
      <p:pic>
        <p:nvPicPr>
          <p:cNvPr id="190" name="pasted-movie.png" descr="pasted-movie.png"/>
          <p:cNvPicPr>
            <a:picLocks noChangeAspect="1"/>
          </p:cNvPicPr>
          <p:nvPr/>
        </p:nvPicPr>
        <p:blipFill>
          <a:blip r:embed="rId2">
            <a:extLst/>
          </a:blip>
          <a:stretch>
            <a:fillRect/>
          </a:stretch>
        </p:blipFill>
        <p:spPr>
          <a:xfrm>
            <a:off x="2133600" y="2279650"/>
            <a:ext cx="20142200" cy="10871200"/>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193"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194" name="Rectangle"/>
          <p:cNvSpPr/>
          <p:nvPr/>
        </p:nvSpPr>
        <p:spPr>
          <a:xfrm>
            <a:off x="761516" y="5308465"/>
            <a:ext cx="22860968" cy="660694"/>
          </a:xfrm>
          <a:prstGeom prst="rect">
            <a:avLst/>
          </a:prstGeom>
          <a:solidFill>
            <a:srgbClr val="292B38"/>
          </a:solidFill>
          <a:ln w="25400">
            <a:miter lim="400000"/>
          </a:ln>
        </p:spPr>
        <p:txBody>
          <a:bodyPr lIns="63500" tIns="63500" rIns="63500" bIns="63500" anchor="ctr"/>
          <a:lstStyle/>
          <a:p>
            <a:pPr/>
          </a:p>
        </p:txBody>
      </p:sp>
      <p:sp>
        <p:nvSpPr>
          <p:cNvPr id="195" name="Rectangle"/>
          <p:cNvSpPr/>
          <p:nvPr/>
        </p:nvSpPr>
        <p:spPr>
          <a:xfrm>
            <a:off x="761516" y="7165812"/>
            <a:ext cx="22860968" cy="2198917"/>
          </a:xfrm>
          <a:prstGeom prst="rect">
            <a:avLst/>
          </a:prstGeom>
          <a:solidFill>
            <a:srgbClr val="292B38"/>
          </a:solidFill>
          <a:ln w="25400">
            <a:miter lim="400000"/>
          </a:ln>
        </p:spPr>
        <p:txBody>
          <a:bodyPr lIns="63500" tIns="63500" rIns="63500" bIns="63500" anchor="ctr"/>
          <a:lstStyle/>
          <a:p>
            <a:pPr/>
          </a:p>
        </p:txBody>
      </p:sp>
      <p:sp>
        <p:nvSpPr>
          <p:cNvPr id="196" name="Dictionaries"/>
          <p:cNvSpPr/>
          <p:nvPr>
            <p:ph type="title"/>
          </p:nvPr>
        </p:nvSpPr>
        <p:spPr>
          <a:prstGeom prst="rect">
            <a:avLst/>
          </a:prstGeom>
        </p:spPr>
        <p:txBody>
          <a:bodyPr/>
          <a:lstStyle/>
          <a:p>
            <a:pPr/>
            <a:r>
              <a:t>Dictionaries</a:t>
            </a:r>
          </a:p>
        </p:txBody>
      </p:sp>
      <p:sp>
        <p:nvSpPr>
          <p:cNvPr id="197" name="[key1 : value1, key2: value2, key3: value3]…"/>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t>[</a:t>
            </a:r>
            <a:r>
              <a:rPr i="1"/>
              <a:t>key1</a:t>
            </a:r>
            <a:r>
              <a:t> : </a:t>
            </a:r>
            <a:r>
              <a:rPr i="1"/>
              <a:t>value1</a:t>
            </a:r>
            <a:r>
              <a:t>, </a:t>
            </a:r>
            <a:r>
              <a:rPr i="1"/>
              <a:t>key2</a:t>
            </a:r>
            <a:r>
              <a:t>: </a:t>
            </a:r>
            <a:r>
              <a:rPr i="1"/>
              <a:t>value2</a:t>
            </a:r>
            <a:r>
              <a:t>, </a:t>
            </a:r>
            <a:r>
              <a:rPr i="1"/>
              <a:t>key3</a:t>
            </a:r>
            <a:r>
              <a:t>: </a:t>
            </a:r>
            <a:r>
              <a:rPr i="1"/>
              <a:t>value3</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scores = [</a:t>
            </a:r>
            <a:r>
              <a:rPr>
                <a:solidFill>
                  <a:srgbClr val="F95B57"/>
                </a:solidFill>
              </a:rPr>
              <a:t>"Richard"</a:t>
            </a:r>
            <a:r>
              <a:t>: 500, </a:t>
            </a:r>
            <a:r>
              <a:rPr>
                <a:solidFill>
                  <a:srgbClr val="F95B57"/>
                </a:solidFill>
              </a:rPr>
              <a:t>"Luke"</a:t>
            </a:r>
            <a:r>
              <a:t>: 400, </a:t>
            </a:r>
            <a:r>
              <a:rPr>
                <a:solidFill>
                  <a:srgbClr val="F95B57"/>
                </a:solidFill>
              </a:rPr>
              <a:t>"Cheryl"</a:t>
            </a:r>
            <a:r>
              <a:t>: 800]</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myDictionary = [</a:t>
            </a:r>
            <a:r>
              <a:rPr>
                <a:solidFill>
                  <a:srgbClr val="6CCE66"/>
                </a:solidFill>
              </a:rPr>
              <a:t>String</a:t>
            </a:r>
            <a:r>
              <a:t>: </a:t>
            </a:r>
            <a:r>
              <a:rPr>
                <a:solidFill>
                  <a:srgbClr val="6CCE66"/>
                </a:solidFill>
              </a:rPr>
              <a:t>Int</a:t>
            </a:r>
            <a:r>
              <a:t>]()</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myDictionary = </a:t>
            </a:r>
            <a:r>
              <a:rPr>
                <a:solidFill>
                  <a:srgbClr val="6CCE66"/>
                </a:solidFill>
              </a:rPr>
              <a:t>Dictionary</a:t>
            </a:r>
            <a:r>
              <a:t>&lt;</a:t>
            </a:r>
            <a:r>
              <a:rPr>
                <a:solidFill>
                  <a:srgbClr val="6CCE66"/>
                </a:solidFill>
              </a:rPr>
              <a:t>String</a:t>
            </a:r>
            <a:r>
              <a:t>, </a:t>
            </a:r>
            <a:r>
              <a:rPr>
                <a:solidFill>
                  <a:srgbClr val="6CCE66"/>
                </a:solidFill>
              </a:rPr>
              <a:t>Int</a:t>
            </a:r>
            <a:r>
              <a:t>&gt;()</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myDictionary: [</a:t>
            </a:r>
            <a:r>
              <a:rPr>
                <a:solidFill>
                  <a:srgbClr val="6CCE66"/>
                </a:solidFill>
              </a:rPr>
              <a:t>String</a:t>
            </a:r>
            <a:r>
              <a:t>: </a:t>
            </a:r>
            <a:r>
              <a:rPr>
                <a:solidFill>
                  <a:srgbClr val="6CCE66"/>
                </a:solidFill>
              </a:rPr>
              <a:t>Int</a:t>
            </a:r>
            <a:r>
              <a:t>] = [:]</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02" name="Adding or modifying"/>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Adding or modifying</a:t>
            </a:r>
          </a:p>
        </p:txBody>
      </p:sp>
      <p:sp>
        <p:nvSpPr>
          <p:cNvPr id="203" name="Rectangle"/>
          <p:cNvSpPr/>
          <p:nvPr/>
        </p:nvSpPr>
        <p:spPr>
          <a:xfrm>
            <a:off x="761516" y="3889929"/>
            <a:ext cx="22860968" cy="3496635"/>
          </a:xfrm>
          <a:prstGeom prst="rect">
            <a:avLst/>
          </a:prstGeom>
          <a:solidFill>
            <a:srgbClr val="292B38"/>
          </a:solidFill>
          <a:ln w="25400">
            <a:miter lim="400000"/>
          </a:ln>
        </p:spPr>
        <p:txBody>
          <a:bodyPr lIns="63500" tIns="63500" rIns="63500" bIns="63500" anchor="ctr"/>
          <a:lstStyle/>
          <a:p>
            <a:pPr/>
          </a:p>
        </p:txBody>
      </p:sp>
      <p:sp>
        <p:nvSpPr>
          <p:cNvPr id="204" name="Add/remove/modify a dictionary"/>
          <p:cNvSpPr/>
          <p:nvPr>
            <p:ph type="title"/>
          </p:nvPr>
        </p:nvSpPr>
        <p:spPr>
          <a:prstGeom prst="rect">
            <a:avLst/>
          </a:prstGeom>
        </p:spPr>
        <p:txBody>
          <a:bodyPr/>
          <a:lstStyle/>
          <a:p>
            <a:pPr/>
            <a:r>
              <a:t>Add/remove/modify a dictionary</a:t>
            </a:r>
          </a:p>
        </p:txBody>
      </p:sp>
      <p:sp>
        <p:nvSpPr>
          <p:cNvPr id="205" name="var scores = [&quot;Richard&quot;: 500, &quot;Luke&quot;: 400, &quot;Cheryl&quot;: 800]…"/>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scores = [</a:t>
            </a:r>
            <a:r>
              <a:rPr>
                <a:solidFill>
                  <a:srgbClr val="F95B57"/>
                </a:solidFill>
              </a:rPr>
              <a:t>"Richard"</a:t>
            </a:r>
            <a:r>
              <a:t>: 500, </a:t>
            </a:r>
            <a:r>
              <a:rPr>
                <a:solidFill>
                  <a:srgbClr val="F95B57"/>
                </a:solidFill>
              </a:rPr>
              <a:t>"Luke"</a:t>
            </a:r>
            <a:r>
              <a:t>: 400, </a:t>
            </a:r>
            <a:r>
              <a:rPr>
                <a:solidFill>
                  <a:srgbClr val="F95B57"/>
                </a:solidFill>
              </a:rPr>
              <a:t>"Cheryl"</a:t>
            </a:r>
            <a:r>
              <a:t>: 800]</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scores</a:t>
            </a:r>
            <a:r>
              <a:t>[</a:t>
            </a:r>
            <a:r>
              <a:rPr>
                <a:solidFill>
                  <a:srgbClr val="F95B57"/>
                </a:solidFill>
              </a:rPr>
              <a:t>"Oli"</a:t>
            </a:r>
            <a:r>
              <a:t>] = 399</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oldValue = </a:t>
            </a:r>
            <a:r>
              <a:rPr>
                <a:solidFill>
                  <a:srgbClr val="6CCE66"/>
                </a:solidFill>
              </a:rPr>
              <a:t>scores</a:t>
            </a:r>
            <a:r>
              <a:t>.</a:t>
            </a:r>
            <a:r>
              <a:rPr>
                <a:solidFill>
                  <a:srgbClr val="6CCE66"/>
                </a:solidFill>
              </a:rPr>
              <a:t>updateValue</a:t>
            </a:r>
            <a:r>
              <a:t>(100, forKey: </a:t>
            </a:r>
            <a:r>
              <a:rPr>
                <a:solidFill>
                  <a:srgbClr val="F95B57"/>
                </a:solidFill>
              </a:rPr>
              <a:t>"Richard"</a:t>
            </a:r>
            <a:r>
              <a:t>)</a:t>
            </a:r>
          </a:p>
          <a:p>
            <a:pPr marL="0" indent="0" defTabSz="822960">
              <a:lnSpc>
                <a:spcPts val="5000"/>
              </a:lnSpc>
              <a:spcBef>
                <a:spcPts val="0"/>
              </a:spcBef>
              <a:buSzTx/>
              <a:buNone/>
              <a:defRPr spc="0" sz="3000">
                <a:latin typeface="Menlo Regular"/>
                <a:ea typeface="Menlo Regular"/>
                <a:cs typeface="Menlo Regular"/>
                <a:sym typeface="Menlo Regular"/>
              </a:defRPr>
            </a:pP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10" name="Adding or modifying"/>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Adding or modifying</a:t>
            </a:r>
          </a:p>
        </p:txBody>
      </p:sp>
      <p:sp>
        <p:nvSpPr>
          <p:cNvPr id="211" name="Rectangle"/>
          <p:cNvSpPr/>
          <p:nvPr/>
        </p:nvSpPr>
        <p:spPr>
          <a:xfrm>
            <a:off x="761516" y="3889929"/>
            <a:ext cx="22860968" cy="4827576"/>
          </a:xfrm>
          <a:prstGeom prst="rect">
            <a:avLst/>
          </a:prstGeom>
          <a:solidFill>
            <a:srgbClr val="292B38"/>
          </a:solidFill>
          <a:ln w="25400">
            <a:miter lim="400000"/>
          </a:ln>
        </p:spPr>
        <p:txBody>
          <a:bodyPr lIns="63500" tIns="63500" rIns="63500" bIns="63500" anchor="ctr"/>
          <a:lstStyle/>
          <a:p>
            <a:pPr/>
          </a:p>
        </p:txBody>
      </p:sp>
      <p:sp>
        <p:nvSpPr>
          <p:cNvPr id="212" name="Rectangle"/>
          <p:cNvSpPr/>
          <p:nvPr/>
        </p:nvSpPr>
        <p:spPr>
          <a:xfrm>
            <a:off x="761517" y="9084592"/>
            <a:ext cx="22860968" cy="775263"/>
          </a:xfrm>
          <a:prstGeom prst="rect">
            <a:avLst/>
          </a:prstGeom>
          <a:solidFill>
            <a:srgbClr val="292B38"/>
          </a:solidFill>
          <a:ln w="25400">
            <a:miter lim="400000"/>
          </a:ln>
        </p:spPr>
        <p:txBody>
          <a:bodyPr lIns="63500" tIns="63500" rIns="63500" bIns="63500" anchor="ctr"/>
          <a:lstStyle/>
          <a:p>
            <a:pPr/>
          </a:p>
        </p:txBody>
      </p:sp>
      <p:sp>
        <p:nvSpPr>
          <p:cNvPr id="213" name="Add/remove/modify a dictionary"/>
          <p:cNvSpPr/>
          <p:nvPr>
            <p:ph type="title"/>
          </p:nvPr>
        </p:nvSpPr>
        <p:spPr>
          <a:prstGeom prst="rect">
            <a:avLst/>
          </a:prstGeom>
        </p:spPr>
        <p:txBody>
          <a:bodyPr/>
          <a:lstStyle/>
          <a:p>
            <a:pPr/>
            <a:r>
              <a:t>Add/remove/modify a dictionary</a:t>
            </a:r>
          </a:p>
        </p:txBody>
      </p:sp>
      <p:sp>
        <p:nvSpPr>
          <p:cNvPr id="214" name="var scores = [&quot;Richard&quot;: 500, &quot;Luke&quot;: 400, &quot;Cheryl&quot;: 800]…"/>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scores = [</a:t>
            </a:r>
            <a:r>
              <a:rPr>
                <a:solidFill>
                  <a:srgbClr val="F95B57"/>
                </a:solidFill>
              </a:rPr>
              <a:t>"Richard"</a:t>
            </a:r>
            <a:r>
              <a:t>: 500, </a:t>
            </a:r>
            <a:r>
              <a:rPr>
                <a:solidFill>
                  <a:srgbClr val="F95B57"/>
                </a:solidFill>
              </a:rPr>
              <a:t>"Luke"</a:t>
            </a:r>
            <a:r>
              <a:t>: 400, </a:t>
            </a:r>
            <a:r>
              <a:rPr>
                <a:solidFill>
                  <a:srgbClr val="F95B57"/>
                </a:solidFill>
              </a:rPr>
              <a:t>"Cheryl"</a:t>
            </a:r>
            <a:r>
              <a:t>: 800]</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scores</a:t>
            </a:r>
            <a:r>
              <a:t>[</a:t>
            </a:r>
            <a:r>
              <a:rPr>
                <a:solidFill>
                  <a:srgbClr val="F95B57"/>
                </a:solidFill>
              </a:rPr>
              <a:t>"Oli"</a:t>
            </a:r>
            <a:r>
              <a:t>] = 399</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if</a:t>
            </a:r>
            <a:r>
              <a:t> </a:t>
            </a:r>
            <a:r>
              <a:rPr>
                <a:solidFill>
                  <a:srgbClr val="3DCCCC"/>
                </a:solidFill>
              </a:rPr>
              <a:t>let</a:t>
            </a:r>
            <a:r>
              <a:t> oldValue = </a:t>
            </a:r>
            <a:r>
              <a:rPr>
                <a:solidFill>
                  <a:srgbClr val="6CCE66"/>
                </a:solidFill>
              </a:rPr>
              <a:t>scores</a:t>
            </a:r>
            <a:r>
              <a:t>.</a:t>
            </a:r>
            <a:r>
              <a:rPr>
                <a:solidFill>
                  <a:srgbClr val="6CCE66"/>
                </a:solidFill>
              </a:rPr>
              <a:t>updateValue</a:t>
            </a:r>
            <a:r>
              <a:t>(100, forKey: </a:t>
            </a:r>
            <a:r>
              <a:rPr>
                <a:solidFill>
                  <a:srgbClr val="F95B57"/>
                </a:solidFill>
              </a:rPr>
              <a:t>"Richard"</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print(</a:t>
            </a:r>
            <a:r>
              <a:rPr>
                <a:solidFill>
                  <a:srgbClr val="F95B57"/>
                </a:solidFill>
              </a:rPr>
              <a:t>"Richard's old value was </a:t>
            </a:r>
            <a:r>
              <a:t>\</a:t>
            </a:r>
            <a:r>
              <a:rPr>
                <a:solidFill>
                  <a:srgbClr val="F95B57"/>
                </a:solidFill>
              </a:rPr>
              <a:t>(</a:t>
            </a:r>
            <a:r>
              <a:t>oldValue</a:t>
            </a:r>
            <a:r>
              <a:rPr>
                <a:solidFill>
                  <a:srgbClr val="F95B57"/>
                </a:solidFill>
              </a:rPr>
              <a:t>)"</a:t>
            </a:r>
            <a:r>
              <a:t>)</a:t>
            </a: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Richard's old value was 500</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8"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19" name="Removing"/>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Removing</a:t>
            </a:r>
          </a:p>
        </p:txBody>
      </p:sp>
      <p:sp>
        <p:nvSpPr>
          <p:cNvPr id="220" name="Rectangle"/>
          <p:cNvSpPr/>
          <p:nvPr/>
        </p:nvSpPr>
        <p:spPr>
          <a:xfrm>
            <a:off x="761516" y="3902629"/>
            <a:ext cx="22860968" cy="5447857"/>
          </a:xfrm>
          <a:prstGeom prst="rect">
            <a:avLst/>
          </a:prstGeom>
          <a:solidFill>
            <a:srgbClr val="292B38"/>
          </a:solidFill>
          <a:ln w="25400">
            <a:miter lim="400000"/>
          </a:ln>
        </p:spPr>
        <p:txBody>
          <a:bodyPr lIns="63500" tIns="63500" rIns="63500" bIns="63500" anchor="ctr"/>
          <a:lstStyle/>
          <a:p>
            <a:pPr/>
          </a:p>
        </p:txBody>
      </p:sp>
      <p:sp>
        <p:nvSpPr>
          <p:cNvPr id="221" name="Rectangle"/>
          <p:cNvSpPr/>
          <p:nvPr/>
        </p:nvSpPr>
        <p:spPr>
          <a:xfrm>
            <a:off x="761517" y="10313713"/>
            <a:ext cx="22860968" cy="2096160"/>
          </a:xfrm>
          <a:prstGeom prst="rect">
            <a:avLst/>
          </a:prstGeom>
          <a:solidFill>
            <a:srgbClr val="292B38"/>
          </a:solidFill>
          <a:ln w="25400">
            <a:miter lim="400000"/>
          </a:ln>
        </p:spPr>
        <p:txBody>
          <a:bodyPr lIns="63500" tIns="63500" rIns="63500" bIns="63500" anchor="ctr"/>
          <a:lstStyle/>
          <a:p>
            <a:pPr/>
          </a:p>
        </p:txBody>
      </p:sp>
      <p:sp>
        <p:nvSpPr>
          <p:cNvPr id="222" name="Add/remove/modify a dictionary"/>
          <p:cNvSpPr/>
          <p:nvPr>
            <p:ph type="title"/>
          </p:nvPr>
        </p:nvSpPr>
        <p:spPr>
          <a:xfrm>
            <a:off x="1155700" y="-12700"/>
            <a:ext cx="22098000" cy="2057400"/>
          </a:xfrm>
          <a:prstGeom prst="rect">
            <a:avLst/>
          </a:prstGeom>
        </p:spPr>
        <p:txBody>
          <a:bodyPr/>
          <a:lstStyle/>
          <a:p>
            <a:pPr/>
            <a:r>
              <a:t>Add/remove/modify a dictionary</a:t>
            </a:r>
          </a:p>
        </p:txBody>
      </p:sp>
      <p:sp>
        <p:nvSpPr>
          <p:cNvPr id="223" name="var scores = [&quot;Richard&quot;: 100, &quot;Luke&quot;: 400, &quot;Cheryl&quot;: 800]…"/>
          <p:cNvSpPr/>
          <p:nvPr>
            <p:ph type="body" idx="1"/>
          </p:nvPr>
        </p:nvSpPr>
        <p:spPr>
          <a:prstGeom prst="rect">
            <a:avLst/>
          </a:prstGeom>
        </p:spPr>
        <p:txBody>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scores = [</a:t>
            </a:r>
            <a:r>
              <a:rPr>
                <a:solidFill>
                  <a:srgbClr val="F95B57"/>
                </a:solidFill>
              </a:rPr>
              <a:t>"Richard"</a:t>
            </a:r>
            <a:r>
              <a:t>: 100, </a:t>
            </a:r>
            <a:r>
              <a:rPr>
                <a:solidFill>
                  <a:srgbClr val="F95B57"/>
                </a:solidFill>
              </a:rPr>
              <a:t>"Luke"</a:t>
            </a:r>
            <a:r>
              <a:t>: 400, </a:t>
            </a:r>
            <a:r>
              <a:rPr>
                <a:solidFill>
                  <a:srgbClr val="F95B57"/>
                </a:solidFill>
              </a:rPr>
              <a:t>"Cheryl"</a:t>
            </a:r>
            <a:r>
              <a:t>: 800]</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scores</a:t>
            </a:r>
            <a:r>
              <a:t>[</a:t>
            </a:r>
            <a:r>
              <a:rPr>
                <a:solidFill>
                  <a:srgbClr val="F95B57"/>
                </a:solidFill>
              </a:rPr>
              <a:t>"Richard"</a:t>
            </a:r>
            <a:r>
              <a:t>] = </a:t>
            </a:r>
            <a:r>
              <a:rPr>
                <a:solidFill>
                  <a:srgbClr val="3DCCCC"/>
                </a:solidFill>
              </a:rPr>
              <a:t>nil</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6CCE66"/>
                </a:solidFill>
              </a:rPr>
              <a:t>scores</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if</a:t>
            </a:r>
            <a:r>
              <a:t> </a:t>
            </a:r>
            <a:r>
              <a:rPr>
                <a:solidFill>
                  <a:srgbClr val="3DCCCC"/>
                </a:solidFill>
              </a:rPr>
              <a:t>let</a:t>
            </a:r>
            <a:r>
              <a:t> removedValue = </a:t>
            </a:r>
            <a:r>
              <a:rPr>
                <a:solidFill>
                  <a:srgbClr val="6CCE66"/>
                </a:solidFill>
              </a:rPr>
              <a:t>scores</a:t>
            </a:r>
            <a:r>
              <a:t>.</a:t>
            </a:r>
            <a:r>
              <a:rPr>
                <a:solidFill>
                  <a:srgbClr val="6CCE66"/>
                </a:solidFill>
              </a:rPr>
              <a:t>removeValue</a:t>
            </a:r>
            <a:r>
              <a:t>(forKey: </a:t>
            </a:r>
            <a:r>
              <a:rPr>
                <a:solidFill>
                  <a:srgbClr val="F95B57"/>
                </a:solidFill>
              </a:rPr>
              <a:t>"Luke"</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rPr>
                <a:solidFill>
                  <a:srgbClr val="F95B57"/>
                </a:solidFill>
              </a:rPr>
              <a:t>"Luke's score was</a:t>
            </a:r>
            <a:r>
              <a:t> \</a:t>
            </a:r>
            <a:r>
              <a:rPr>
                <a:solidFill>
                  <a:srgbClr val="F95B57"/>
                </a:solidFill>
              </a:rPr>
              <a:t>(</a:t>
            </a:r>
            <a:r>
              <a:t>removedValue</a:t>
            </a:r>
            <a:r>
              <a:rPr>
                <a:solidFill>
                  <a:srgbClr val="F95B57"/>
                </a:solidFill>
              </a:rPr>
              <a:t>)</a:t>
            </a:r>
            <a:r>
              <a:t> </a:t>
            </a:r>
            <a:r>
              <a:rPr>
                <a:solidFill>
                  <a:srgbClr val="F95B57"/>
                </a:solidFill>
              </a:rPr>
              <a:t>before he stopped playing</a:t>
            </a:r>
            <a:r>
              <a:t>")</a:t>
            </a: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6CCE66"/>
                </a:solidFill>
              </a:rPr>
              <a:t>print</a:t>
            </a:r>
            <a:r>
              <a:t>(</a:t>
            </a:r>
            <a:r>
              <a:rPr>
                <a:solidFill>
                  <a:srgbClr val="6CCE66"/>
                </a:solidFill>
              </a:rPr>
              <a:t>scores</a:t>
            </a: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["Cheryl": 800, "Luke": 400]</a:t>
            </a:r>
          </a:p>
          <a:p>
            <a:pPr marL="0" indent="0" defTabSz="822960">
              <a:lnSpc>
                <a:spcPts val="5000"/>
              </a:lnSpc>
              <a:spcBef>
                <a:spcPts val="0"/>
              </a:spcBef>
              <a:buSzTx/>
              <a:buNone/>
              <a:defRPr spc="0" sz="3000">
                <a:latin typeface="Menlo Regular"/>
                <a:ea typeface="Menlo Regular"/>
                <a:cs typeface="Menlo Regular"/>
                <a:sym typeface="Menlo Regular"/>
              </a:defRPr>
            </a:pPr>
            <a:r>
              <a:t>Luke's score was 400 before he stopped playing</a:t>
            </a:r>
          </a:p>
          <a:p>
            <a:pPr marL="0" indent="0" defTabSz="822960">
              <a:lnSpc>
                <a:spcPts val="5000"/>
              </a:lnSpc>
              <a:spcBef>
                <a:spcPts val="0"/>
              </a:spcBef>
              <a:buSzTx/>
              <a:buNone/>
              <a:defRPr spc="0" sz="3000">
                <a:latin typeface="Menlo Regular"/>
                <a:ea typeface="Menlo Regular"/>
                <a:cs typeface="Menlo Regular"/>
                <a:sym typeface="Menlo Regular"/>
              </a:defRPr>
            </a:pPr>
            <a:r>
              <a:t>["Cheryl": 800]</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28" name="Text"/>
          <p:cNvSpPr/>
          <p:nvPr>
            <p:ph type="body" idx="22"/>
          </p:nvPr>
        </p:nvSpPr>
        <p:spPr>
          <a:xfrm>
            <a:off x="1143000" y="2059363"/>
            <a:ext cx="22098001" cy="1106121"/>
          </a:xfrm>
          <a:prstGeom prst="rect">
            <a:avLst/>
          </a:prstGeom>
        </p:spPr>
        <p:txBody>
          <a:bodyPr/>
          <a:lstStyle/>
          <a:p>
            <a:pPr defTabSz="825500">
              <a:lnSpc>
                <a:spcPct val="90000"/>
              </a:lnSpc>
              <a:defRPr spc="-136" sz="6800">
                <a:latin typeface="+mn-lt"/>
                <a:ea typeface="+mn-ea"/>
                <a:cs typeface="+mn-cs"/>
                <a:sym typeface="Helvetica Neue"/>
              </a:defRPr>
            </a:pPr>
          </a:p>
        </p:txBody>
      </p:sp>
      <p:sp>
        <p:nvSpPr>
          <p:cNvPr id="229" name="Rectangle"/>
          <p:cNvSpPr/>
          <p:nvPr/>
        </p:nvSpPr>
        <p:spPr>
          <a:xfrm>
            <a:off x="761516" y="3991529"/>
            <a:ext cx="22860968" cy="5180289"/>
          </a:xfrm>
          <a:prstGeom prst="rect">
            <a:avLst/>
          </a:prstGeom>
          <a:solidFill>
            <a:srgbClr val="292B38"/>
          </a:solidFill>
          <a:ln w="25400">
            <a:miter lim="400000"/>
          </a:ln>
        </p:spPr>
        <p:txBody>
          <a:bodyPr lIns="63500" tIns="63500" rIns="63500" bIns="63500" anchor="ctr"/>
          <a:lstStyle/>
          <a:p>
            <a:pPr/>
          </a:p>
        </p:txBody>
      </p:sp>
      <p:sp>
        <p:nvSpPr>
          <p:cNvPr id="230" name="Rectangle"/>
          <p:cNvSpPr/>
          <p:nvPr/>
        </p:nvSpPr>
        <p:spPr>
          <a:xfrm>
            <a:off x="761517" y="9811597"/>
            <a:ext cx="22860968" cy="647248"/>
          </a:xfrm>
          <a:prstGeom prst="rect">
            <a:avLst/>
          </a:prstGeom>
          <a:solidFill>
            <a:srgbClr val="292B38"/>
          </a:solidFill>
          <a:ln w="25400">
            <a:miter lim="400000"/>
          </a:ln>
        </p:spPr>
        <p:txBody>
          <a:bodyPr lIns="63500" tIns="63500" rIns="63500" bIns="63500" anchor="ctr"/>
          <a:lstStyle/>
          <a:p>
            <a:pPr/>
          </a:p>
        </p:txBody>
      </p:sp>
      <p:sp>
        <p:nvSpPr>
          <p:cNvPr id="231" name="Rectangle"/>
          <p:cNvSpPr/>
          <p:nvPr/>
        </p:nvSpPr>
        <p:spPr>
          <a:xfrm>
            <a:off x="761517" y="11007112"/>
            <a:ext cx="22860968" cy="1976018"/>
          </a:xfrm>
          <a:prstGeom prst="rect">
            <a:avLst/>
          </a:prstGeom>
          <a:solidFill>
            <a:srgbClr val="292B38"/>
          </a:solidFill>
          <a:ln w="25400">
            <a:miter lim="400000"/>
          </a:ln>
        </p:spPr>
        <p:txBody>
          <a:bodyPr lIns="63500" tIns="63500" rIns="63500" bIns="63500" anchor="ctr"/>
          <a:lstStyle/>
          <a:p>
            <a:pPr/>
          </a:p>
        </p:txBody>
      </p:sp>
      <p:sp>
        <p:nvSpPr>
          <p:cNvPr id="232" name="Accessing a dictionary"/>
          <p:cNvSpPr/>
          <p:nvPr>
            <p:ph type="title"/>
          </p:nvPr>
        </p:nvSpPr>
        <p:spPr>
          <a:prstGeom prst="rect">
            <a:avLst/>
          </a:prstGeom>
        </p:spPr>
        <p:txBody>
          <a:bodyPr/>
          <a:lstStyle/>
          <a:p>
            <a:pPr/>
            <a:r>
              <a:t>Accessing a dictionary</a:t>
            </a:r>
          </a:p>
        </p:txBody>
      </p:sp>
      <p:sp>
        <p:nvSpPr>
          <p:cNvPr id="233" name="var scores = [&quot;Richard&quot;: 500, &quot;Luke&quot;: 400, &quot;Cheryl&quot;: 800]…"/>
          <p:cNvSpPr/>
          <p:nvPr>
            <p:ph type="body" idx="1"/>
          </p:nvPr>
        </p:nvSpPr>
        <p:spPr>
          <a:xfrm>
            <a:off x="1143000" y="3873500"/>
            <a:ext cx="22098000" cy="9118600"/>
          </a:xfrm>
          <a:prstGeom prst="rect">
            <a:avLst/>
          </a:prstGeom>
        </p:spPr>
        <p:txBody>
          <a:bodyPr>
            <a:normAutofit fontScale="100000" lnSpcReduction="0"/>
          </a:bodyPr>
          <a:lstStyle/>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var</a:t>
            </a:r>
            <a:r>
              <a:t> scores = [</a:t>
            </a:r>
            <a:r>
              <a:rPr>
                <a:solidFill>
                  <a:srgbClr val="F95B57"/>
                </a:solidFill>
              </a:rPr>
              <a:t>"Richard"</a:t>
            </a:r>
            <a:r>
              <a:t>: 500, </a:t>
            </a:r>
            <a:r>
              <a:rPr>
                <a:solidFill>
                  <a:srgbClr val="F95B57"/>
                </a:solidFill>
              </a:rPr>
              <a:t>"Luke"</a:t>
            </a:r>
            <a:r>
              <a:t>: 400, </a:t>
            </a:r>
            <a:r>
              <a:rPr>
                <a:solidFill>
                  <a:srgbClr val="F95B57"/>
                </a:solidFill>
              </a:rPr>
              <a:t>"Cheryl"</a:t>
            </a:r>
            <a:r>
              <a:t>: 800]</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players = </a:t>
            </a:r>
            <a:r>
              <a:rPr>
                <a:solidFill>
                  <a:srgbClr val="6CCE66"/>
                </a:solidFill>
              </a:rPr>
              <a:t>Array</a:t>
            </a:r>
            <a:r>
              <a:t>(</a:t>
            </a:r>
            <a:r>
              <a:rPr>
                <a:solidFill>
                  <a:srgbClr val="6CCE66"/>
                </a:solidFill>
              </a:rPr>
              <a:t>scores</a:t>
            </a:r>
            <a:r>
              <a:t>.</a:t>
            </a:r>
            <a:r>
              <a:rPr>
                <a:solidFill>
                  <a:srgbClr val="6CCE66"/>
                </a:solidFill>
              </a:rPr>
              <a:t>keys</a:t>
            </a:r>
            <a:r>
              <a:t>) </a:t>
            </a:r>
            <a:r>
              <a:rPr>
                <a:solidFill>
                  <a:srgbClr val="979BB2"/>
                </a:solidFill>
              </a:rPr>
              <a:t>//[“Richard", "Luke", "Cheryl"]</a:t>
            </a: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let</a:t>
            </a:r>
            <a:r>
              <a:t> points = </a:t>
            </a:r>
            <a:r>
              <a:rPr>
                <a:solidFill>
                  <a:srgbClr val="6CCE66"/>
                </a:solidFill>
              </a:rPr>
              <a:t>Array</a:t>
            </a:r>
            <a:r>
              <a:t>(</a:t>
            </a:r>
            <a:r>
              <a:rPr>
                <a:solidFill>
                  <a:srgbClr val="6CCE66"/>
                </a:solidFill>
              </a:rPr>
              <a:t>scores</a:t>
            </a:r>
            <a:r>
              <a:t>.</a:t>
            </a:r>
            <a:r>
              <a:rPr>
                <a:solidFill>
                  <a:srgbClr val="6CCE66"/>
                </a:solidFill>
              </a:rPr>
              <a:t>values</a:t>
            </a:r>
            <a:r>
              <a:t>) </a:t>
            </a:r>
            <a:r>
              <a:rPr>
                <a:solidFill>
                  <a:srgbClr val="979BB2"/>
                </a:solidFill>
              </a:rPr>
              <a:t>//[500, 400, 800]</a:t>
            </a:r>
            <a:endParaRPr>
              <a:solidFill>
                <a:srgbClr val="979BB2"/>
              </a:solidFill>
            </a:endParaRP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if</a:t>
            </a:r>
            <a:r>
              <a:t> </a:t>
            </a:r>
            <a:r>
              <a:rPr>
                <a:solidFill>
                  <a:srgbClr val="3DCCCC"/>
                </a:solidFill>
              </a:rPr>
              <a:t>let</a:t>
            </a:r>
            <a:r>
              <a:t> lukesScore = </a:t>
            </a:r>
            <a:r>
              <a:rPr>
                <a:solidFill>
                  <a:srgbClr val="6CCE66"/>
                </a:solidFill>
              </a:rPr>
              <a:t>scores</a:t>
            </a:r>
            <a:r>
              <a:t>[</a:t>
            </a:r>
            <a:r>
              <a:rPr>
                <a:solidFill>
                  <a:srgbClr val="F95B57"/>
                </a:solidFill>
              </a:rPr>
              <a:t>"Luke"</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t>lukesScore</a:t>
            </a:r>
            <a:r>
              <a:t>)</a:t>
            </a:r>
          </a:p>
          <a:p>
            <a:pPr marL="0" indent="0" defTabSz="822960">
              <a:lnSpc>
                <a:spcPts val="5000"/>
              </a:lnSpc>
              <a:spcBef>
                <a:spcPts val="0"/>
              </a:spcBef>
              <a:buSzTx/>
              <a:buNone/>
              <a:defRPr spc="0" sz="3000">
                <a:latin typeface="Menlo Regular"/>
                <a:ea typeface="Menlo Regular"/>
                <a:cs typeface="Menlo Regular"/>
                <a:sym typeface="Menlo Regular"/>
              </a:defRPr>
            </a:pPr>
            <a:r>
              <a:t>}</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t>400</a:t>
            </a:r>
          </a:p>
          <a:p>
            <a:pPr marL="0" indent="0" defTabSz="822960">
              <a:lnSpc>
                <a:spcPts val="5000"/>
              </a:lnSpc>
              <a:spcBef>
                <a:spcPts val="0"/>
              </a:spcBef>
              <a:buSzTx/>
              <a:buNone/>
              <a:defRPr spc="0" sz="3000">
                <a:latin typeface="Menlo Regular"/>
                <a:ea typeface="Menlo Regular"/>
                <a:cs typeface="Menlo Regular"/>
                <a:sym typeface="Menlo Regular"/>
              </a:defRPr>
            </a:pPr>
          </a:p>
          <a:p>
            <a:pPr marL="0" indent="0" defTabSz="822960">
              <a:lnSpc>
                <a:spcPts val="5000"/>
              </a:lnSpc>
              <a:spcBef>
                <a:spcPts val="0"/>
              </a:spcBef>
              <a:buSzTx/>
              <a:buNone/>
              <a:defRPr spc="0" sz="3000">
                <a:latin typeface="Menlo Regular"/>
                <a:ea typeface="Menlo Regular"/>
                <a:cs typeface="Menlo Regular"/>
                <a:sym typeface="Menlo Regular"/>
              </a:defRPr>
            </a:pPr>
            <a:r>
              <a:rPr>
                <a:solidFill>
                  <a:srgbClr val="3DCCCC"/>
                </a:solidFill>
              </a:rPr>
              <a:t>if</a:t>
            </a:r>
            <a:r>
              <a:t> </a:t>
            </a:r>
            <a:r>
              <a:rPr>
                <a:solidFill>
                  <a:srgbClr val="3DCCCC"/>
                </a:solidFill>
              </a:rPr>
              <a:t>let</a:t>
            </a:r>
            <a:r>
              <a:t> henrysScore = </a:t>
            </a:r>
            <a:r>
              <a:rPr>
                <a:solidFill>
                  <a:srgbClr val="6CCE66"/>
                </a:solidFill>
              </a:rPr>
              <a:t>scores</a:t>
            </a:r>
            <a:r>
              <a:t>[</a:t>
            </a:r>
            <a:r>
              <a:rPr>
                <a:solidFill>
                  <a:srgbClr val="F95B57"/>
                </a:solidFill>
              </a:rPr>
              <a:t>"Henry"</a:t>
            </a:r>
            <a:r>
              <a:t>] {</a:t>
            </a:r>
          </a:p>
          <a:p>
            <a:pPr marL="0" indent="0" defTabSz="822960">
              <a:lnSpc>
                <a:spcPts val="5000"/>
              </a:lnSpc>
              <a:spcBef>
                <a:spcPts val="0"/>
              </a:spcBef>
              <a:buSzTx/>
              <a:buNone/>
              <a:defRPr spc="0" sz="3000">
                <a:latin typeface="Menlo Regular"/>
                <a:ea typeface="Menlo Regular"/>
                <a:cs typeface="Menlo Regular"/>
                <a:sym typeface="Menlo Regular"/>
              </a:defRPr>
            </a:pPr>
            <a:r>
              <a:t>  </a:t>
            </a:r>
            <a:r>
              <a:rPr>
                <a:solidFill>
                  <a:srgbClr val="6CCE66"/>
                </a:solidFill>
              </a:rPr>
              <a:t>print</a:t>
            </a:r>
            <a:r>
              <a:t>(</a:t>
            </a:r>
            <a:r>
              <a:t>henrysScore</a:t>
            </a:r>
            <a:r>
              <a:t>)</a:t>
            </a:r>
          </a:p>
          <a:p>
            <a:pPr marL="0" indent="0" defTabSz="822960">
              <a:lnSpc>
                <a:spcPts val="5000"/>
              </a:lnSpc>
              <a:spcBef>
                <a:spcPts val="0"/>
              </a:spcBef>
              <a:buSzTx/>
              <a:buNone/>
              <a:defRPr spc="0" sz="3000">
                <a:latin typeface="Menlo Regular"/>
                <a:ea typeface="Menlo Regular"/>
                <a:cs typeface="Menlo Regular"/>
                <a:sym typeface="Menlo Regular"/>
              </a:defRPr>
            </a:pPr>
            <a:r>
              <a:t>}</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38" name="SET"/>
          <p:cNvSpPr/>
          <p:nvPr>
            <p:ph type="title"/>
          </p:nvPr>
        </p:nvSpPr>
        <p:spPr>
          <a:prstGeom prst="rect">
            <a:avLst/>
          </a:prstGeom>
        </p:spPr>
        <p:txBody>
          <a:bodyPr/>
          <a:lstStyle/>
          <a:p>
            <a:pPr/>
            <a:r>
              <a:t>SET</a:t>
            </a:r>
          </a:p>
        </p:txBody>
      </p:sp>
      <p:sp>
        <p:nvSpPr>
          <p:cNvPr id="239" name="A set stores distinct values which are of the same type of collection with no ordering.…"/>
          <p:cNvSpPr/>
          <p:nvPr>
            <p:ph type="body" idx="1"/>
          </p:nvPr>
        </p:nvSpPr>
        <p:spPr>
          <a:xfrm>
            <a:off x="1143000" y="2852470"/>
            <a:ext cx="22098000" cy="9118601"/>
          </a:xfrm>
          <a:prstGeom prst="rect">
            <a:avLst/>
          </a:prstGeom>
        </p:spPr>
        <p:txBody>
          <a:bodyPr/>
          <a:lstStyle/>
          <a:p>
            <a:pPr/>
            <a:r>
              <a:t>A set stores distinct values which are of the same type of collection with no ordering.</a:t>
            </a:r>
          </a:p>
          <a:p>
            <a:pPr/>
            <a:r>
              <a:t>You can use a set instead of an array when the </a:t>
            </a:r>
            <a:r>
              <a:rPr>
                <a:solidFill>
                  <a:srgbClr val="FFFB00"/>
                </a:solidFill>
              </a:rPr>
              <a:t>order of items isn’t important</a:t>
            </a:r>
            <a:r>
              <a:t>, or when you need to ensure that an </a:t>
            </a:r>
            <a:r>
              <a:rPr>
                <a:solidFill>
                  <a:srgbClr val="FFFB00"/>
                </a:solidFill>
              </a:rPr>
              <a:t>item only appears once</a:t>
            </a:r>
            <a:r>
              <a:t>.</a:t>
            </a:r>
          </a:p>
          <a:p>
            <a:pPr/>
          </a:p>
          <a:p>
            <a:pPr marL="0" indent="0" defTabSz="457200">
              <a:spcBef>
                <a:spcPts val="0"/>
              </a:spcBef>
              <a:buSzTx/>
              <a:buNone/>
              <a:defRPr spc="0" sz="4576"/>
            </a:pPr>
            <a:r>
              <a:rPr u="sng">
                <a:hlinkClick r:id="rId3" invalidUrl="" action="" tgtFrame="" tooltip="" history="1" highlightClick="0" endSnd="0"/>
              </a:rPr>
              <a:t>Hash Values for Set Types</a:t>
            </a:r>
            <a:r>
              <a:t>:</a:t>
            </a:r>
          </a:p>
          <a:p>
            <a:pPr marL="0" indent="0" defTabSz="457200">
              <a:spcBef>
                <a:spcPts val="0"/>
              </a:spcBef>
              <a:buSzTx/>
              <a:buNone/>
              <a:defRPr spc="0" sz="1976"/>
            </a:pPr>
          </a:p>
          <a:p>
            <a:pPr/>
            <a:r>
              <a:t>The type of set values must be hashable in order to be stored in a set. All of Swift’s basic types such as String, Int, Double and Bool are hashable by default. </a:t>
            </a:r>
          </a:p>
          <a:p>
            <a:pPr lvl="3" marL="0" indent="6858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p>
          <a:p>
            <a:pPr lvl="3" marL="0" indent="6858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p>
          <a:p>
            <a:pPr lvl="3" marL="0" indent="685800" defTabSz="690244">
              <a:spcBef>
                <a:spcPts val="0"/>
              </a:spcBef>
              <a:buSzTx/>
              <a:buNone/>
              <a:tabLst>
                <a:tab pos="685800" algn="l"/>
              </a:tabLst>
              <a:defRPr spc="0" sz="5000">
                <a:solidFill>
                  <a:srgbClr val="FFFFFF">
                    <a:alpha val="85000"/>
                  </a:srgbClr>
                </a:solidFill>
                <a:latin typeface="Menlo Regular"/>
                <a:ea typeface="Menlo Regular"/>
                <a:cs typeface="Menlo Regular"/>
                <a:sym typeface="Menlo Regular"/>
              </a:defRPr>
            </a:pPr>
          </a:p>
          <a:p>
            <a:pPr lvl="3" marL="0" indent="685800" defTabSz="690244">
              <a:spcBef>
                <a:spcPts val="0"/>
              </a:spcBef>
              <a:buSzTx/>
              <a:buNone/>
              <a:tabLst>
                <a:tab pos="685800" algn="l"/>
              </a:tabLst>
              <a:defRPr spc="0" sz="5000">
                <a:solidFill>
                  <a:srgbClr val="FFFFFF">
                    <a:alpha val="85000"/>
                  </a:srgbClr>
                </a:solidFill>
                <a:latin typeface="Menlo Regular"/>
                <a:ea typeface="Menlo Regular"/>
                <a:cs typeface="Menlo Regular"/>
                <a:sym typeface="Menlo Regular"/>
              </a:defRPr>
            </a:pPr>
          </a:p>
          <a:p>
            <a:pPr lvl="3" marL="0" indent="685800" defTabSz="690244">
              <a:spcBef>
                <a:spcPts val="0"/>
              </a:spcBef>
              <a:buSzTx/>
              <a:buNone/>
              <a:tabLst>
                <a:tab pos="685800" algn="l"/>
              </a:tabLst>
              <a:defRPr spc="0" sz="5000">
                <a:solidFill>
                  <a:srgbClr val="FFFFFF">
                    <a:alpha val="85000"/>
                  </a:srgbClr>
                </a:solidFill>
                <a:latin typeface="Menlo Regular"/>
                <a:ea typeface="Menlo Regular"/>
                <a:cs typeface="Menlo Regular"/>
                <a:sym typeface="Menlo Regular"/>
              </a:defRPr>
            </a:pPr>
          </a:p>
          <a:p>
            <a:pPr lvl="3" marL="0" indent="685800" defTabSz="690244">
              <a:spcBef>
                <a:spcPts val="0"/>
              </a:spcBef>
              <a:buSzTx/>
              <a:buNone/>
              <a:tabLst>
                <a:tab pos="685800" algn="l"/>
              </a:tabLst>
              <a:defRPr spc="0" sz="5000">
                <a:solidFill>
                  <a:srgbClr val="FFFFFF">
                    <a:alpha val="85000"/>
                  </a:srgbClr>
                </a:solidFill>
                <a:latin typeface="Menlo Regular"/>
                <a:ea typeface="Menlo Regular"/>
                <a:cs typeface="Menlo Regular"/>
                <a:sym typeface="Menlo Regular"/>
              </a:defRPr>
            </a:pPr>
            <a:r>
              <a:t>A set type cannot be inferred from an array literal, so in such cases the type Set must be explicitly declared.</a:t>
            </a:r>
          </a:p>
          <a:p>
            <a:pPr lvl="3" marL="0" indent="685800" defTabSz="690244">
              <a:spcBef>
                <a:spcPts val="0"/>
              </a:spcBef>
              <a:buSzTx/>
              <a:buNone/>
              <a:tabLst>
                <a:tab pos="685800" algn="l"/>
              </a:tabLst>
              <a:defRPr spc="0" sz="5000">
                <a:solidFill>
                  <a:srgbClr val="FFFFFF">
                    <a:alpha val="85000"/>
                  </a:srgbClr>
                </a:solidFill>
                <a:latin typeface="Menlo Regular"/>
                <a:ea typeface="Menlo Regular"/>
                <a:cs typeface="Menlo Regular"/>
                <a:sym typeface="Menlo Regular"/>
              </a:defRPr>
            </a:pPr>
          </a:p>
          <a:p>
            <a:pPr lvl="3" marL="0" indent="685800" defTabSz="690244">
              <a:spcBef>
                <a:spcPts val="0"/>
              </a:spcBef>
              <a:buSzTx/>
              <a:buNone/>
              <a:tabLst>
                <a:tab pos="685800" algn="l"/>
              </a:tabLst>
              <a:defRPr spc="0" sz="5000">
                <a:solidFill>
                  <a:srgbClr val="FFFFFF">
                    <a:alpha val="85000"/>
                  </a:srgbClr>
                </a:solidFill>
                <a:latin typeface="Menlo Regular"/>
                <a:ea typeface="Menlo Regular"/>
                <a:cs typeface="Menlo Regular"/>
                <a:sym typeface="Menlo Regular"/>
              </a:defRPr>
            </a:pPr>
            <a:r>
              <a:t>Kulsreshtha, Arpit. iOS 17 App Development for Beginners: Get started with iOS app development using Swift 5.9, SwiftUI, and Xcode 15 (English Edition) (p. 98). BPB Online. Kindle Edition. </a:t>
            </a:r>
          </a:p>
          <a:p>
            <a:pPr lvl="3" marL="2515576" indent="-610576" defTabSz="690244">
              <a:spcBef>
                <a:spcPts val="0"/>
              </a:spcBef>
              <a:buSzPct val="50000"/>
              <a:buBlip>
                <a:blip r:embed="rId4"/>
              </a:buBlip>
              <a:tabLst>
                <a:tab pos="685800" algn="l"/>
              </a:tabLst>
              <a:defRPr spc="0" sz="5000">
                <a:solidFill>
                  <a:srgbClr val="FFFFFF">
                    <a:alpha val="85000"/>
                  </a:srgbClr>
                </a:solidFill>
                <a:latin typeface="Menlo Regular"/>
                <a:ea typeface="Menlo Regular"/>
                <a:cs typeface="Menlo Regular"/>
                <a:sym typeface="Menlo Regular"/>
              </a:defRPr>
            </a:pPr>
          </a:p>
          <a:p>
            <a:pPr lvl="3" marL="0" indent="685800" defTabSz="690244">
              <a:spcBef>
                <a:spcPts val="0"/>
              </a:spcBef>
              <a:buSzTx/>
              <a:buNone/>
              <a:tabLst>
                <a:tab pos="685800" algn="l"/>
              </a:tabLst>
              <a:defRPr spc="0" sz="5000">
                <a:solidFill>
                  <a:srgbClr val="FFFFFF">
                    <a:alpha val="85000"/>
                  </a:srgbClr>
                </a:solidFill>
                <a:latin typeface="Menlo Regular"/>
                <a:ea typeface="Menlo Regular"/>
                <a:cs typeface="Menlo Regular"/>
                <a:sym typeface="Menlo Regular"/>
              </a:defRPr>
            </a:pPr>
            <a:r>
              <a:t>Kulsreshtha, Arpit. iOS 17 App Development for Beginners: Get started with iOS app development using Swift 5.9, SwiftUI, and Xcode 15 (English Edition) (p. 98). BPB Online. Kindle Edition. </a:t>
            </a:r>
          </a:p>
          <a:p>
            <a:pP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44"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45" name="SET"/>
          <p:cNvSpPr/>
          <p:nvPr>
            <p:ph type="title"/>
          </p:nvPr>
        </p:nvSpPr>
        <p:spPr>
          <a:prstGeom prst="rect">
            <a:avLst/>
          </a:prstGeom>
        </p:spPr>
        <p:txBody>
          <a:bodyPr/>
          <a:lstStyle/>
          <a:p>
            <a:pPr/>
            <a:r>
              <a:t>SET</a:t>
            </a:r>
          </a:p>
        </p:txBody>
      </p:sp>
      <p:sp>
        <p:nvSpPr>
          <p:cNvPr id="246" name="SET TYPE SYNTAX :…"/>
          <p:cNvSpPr/>
          <p:nvPr>
            <p:ph type="body" idx="1"/>
          </p:nvPr>
        </p:nvSpPr>
        <p:spPr>
          <a:prstGeom prst="rect">
            <a:avLst/>
          </a:prstGeom>
        </p:spPr>
        <p:txBody>
          <a:bodyPr/>
          <a:lstStyle/>
          <a:p>
            <a:pPr marL="0" indent="0">
              <a:buSzTx/>
              <a:buNone/>
              <a:defRPr u="sng"/>
            </a:pPr>
            <a:r>
              <a:t>SET TYPE SYNTAX :</a:t>
            </a:r>
          </a:p>
          <a:p>
            <a:pPr/>
            <a:r>
              <a:t>The syntax of set in Swift is written as Set&lt;Element&gt;, where Element is the type of elements that is allowed to store: </a:t>
            </a:r>
          </a:p>
          <a:p>
            <a:pPr lvl="3" marL="0" indent="6858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r>
              <a:rPr>
                <a:solidFill>
                  <a:srgbClr val="00F900"/>
                </a:solidFill>
              </a:rPr>
              <a:t>var</a:t>
            </a:r>
            <a:r>
              <a:t> characters = </a:t>
            </a:r>
            <a:r>
              <a:rPr>
                <a:solidFill>
                  <a:srgbClr val="00F900"/>
                </a:solidFill>
              </a:rPr>
              <a:t>Set&lt;Character&gt;()</a:t>
            </a:r>
            <a:r>
              <a:t> </a:t>
            </a:r>
          </a:p>
          <a:p>
            <a:pPr lvl="3" marL="0" indent="6858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r>
              <a:t>characters.</a:t>
            </a:r>
            <a:r>
              <a:rPr>
                <a:solidFill>
                  <a:srgbClr val="00F900"/>
                </a:solidFill>
              </a:rPr>
              <a:t>insert</a:t>
            </a:r>
            <a:r>
              <a:t>(“</a:t>
            </a:r>
            <a:r>
              <a:rPr>
                <a:solidFill>
                  <a:srgbClr val="FF2600"/>
                </a:solidFill>
              </a:rPr>
              <a:t>c</a:t>
            </a:r>
            <a:r>
              <a:t>")</a:t>
            </a:r>
          </a:p>
          <a:p>
            <a:pPr lvl="3" marL="0" indent="6858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r>
              <a:t>characters.</a:t>
            </a:r>
            <a:r>
              <a:rPr>
                <a:solidFill>
                  <a:srgbClr val="00F900"/>
                </a:solidFill>
              </a:rPr>
              <a:t>count</a:t>
            </a:r>
            <a:r>
              <a:t>()      // Prints - 1 </a:t>
            </a:r>
          </a:p>
          <a:p>
            <a:pPr lvl="3" marL="0" indent="6858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r>
              <a:t>characters = [] </a:t>
            </a:r>
          </a:p>
          <a:p>
            <a:pPr lvl="3" marL="0" indent="6858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r>
              <a:t>characters.</a:t>
            </a:r>
            <a:r>
              <a:rPr>
                <a:solidFill>
                  <a:srgbClr val="00F900"/>
                </a:solidFill>
              </a:rPr>
              <a:t>count</a:t>
            </a:r>
            <a:r>
              <a:t>()      // Prints – 0</a:t>
            </a:r>
          </a:p>
          <a:p>
            <a:pPr lvl="3" marL="0" indent="685800" defTabSz="690244">
              <a:spcBef>
                <a:spcPts val="0"/>
              </a:spcBef>
              <a:buSzTx/>
              <a:buNone/>
              <a:tabLst>
                <a:tab pos="685800" algn="l"/>
              </a:tabLst>
              <a:defRPr spc="0" sz="5000">
                <a:solidFill>
                  <a:srgbClr val="FFFFFF">
                    <a:alpha val="85000"/>
                  </a:srgbClr>
                </a:solidFill>
                <a:latin typeface="Menlo Regular"/>
                <a:ea typeface="Menlo Regular"/>
                <a:cs typeface="Menlo Regular"/>
                <a:sym typeface="Menlo Regular"/>
              </a:defRPr>
            </a:pPr>
          </a:p>
          <a:p>
            <a:pPr lvl="3" marL="0" indent="685800" defTabSz="690244">
              <a:spcBef>
                <a:spcPts val="0"/>
              </a:spcBef>
              <a:buSzTx/>
              <a:buNone/>
              <a:tabLst>
                <a:tab pos="685800" algn="l"/>
              </a:tabLst>
              <a:defRPr spc="0" sz="5000">
                <a:solidFill>
                  <a:srgbClr val="FFFFFF">
                    <a:alpha val="85000"/>
                  </a:srgbClr>
                </a:solidFill>
                <a:latin typeface="Menlo Regular"/>
                <a:ea typeface="Menlo Regular"/>
                <a:cs typeface="Menlo Regular"/>
                <a:sym typeface="Menlo Regular"/>
              </a:defRPr>
            </a:pPr>
          </a:p>
          <a:p>
            <a:pPr lvl="3" marL="0" indent="685800" defTabSz="690244">
              <a:spcBef>
                <a:spcPts val="0"/>
              </a:spcBef>
              <a:buSzTx/>
              <a:buNone/>
              <a:tabLst>
                <a:tab pos="685800" algn="l"/>
              </a:tabLst>
              <a:defRPr spc="0" sz="5000">
                <a:solidFill>
                  <a:srgbClr val="FFFFFF">
                    <a:alpha val="85000"/>
                  </a:srgbClr>
                </a:solidFill>
                <a:latin typeface="Menlo Regular"/>
                <a:ea typeface="Menlo Regular"/>
                <a:cs typeface="Menlo Regular"/>
                <a:sym typeface="Menlo Regular"/>
              </a:defRPr>
            </a:pPr>
          </a:p>
          <a:p>
            <a:pPr lvl="3" marL="0" indent="685800" defTabSz="690244">
              <a:spcBef>
                <a:spcPts val="0"/>
              </a:spcBef>
              <a:buSzTx/>
              <a:buNone/>
              <a:tabLst>
                <a:tab pos="685800" algn="l"/>
              </a:tabLst>
              <a:defRPr spc="0" sz="5000">
                <a:solidFill>
                  <a:srgbClr val="FFFFFF">
                    <a:alpha val="85000"/>
                  </a:srgbClr>
                </a:solidFill>
                <a:latin typeface="Menlo Regular"/>
                <a:ea typeface="Menlo Regular"/>
                <a:cs typeface="Menlo Regular"/>
                <a:sym typeface="Menlo Regular"/>
              </a:defRPr>
            </a:pPr>
          </a:p>
          <a:p>
            <a:pPr lvl="3" marL="0" indent="685800" defTabSz="690244">
              <a:spcBef>
                <a:spcPts val="0"/>
              </a:spcBef>
              <a:buSzTx/>
              <a:buNone/>
              <a:tabLst>
                <a:tab pos="685800" algn="l"/>
              </a:tabLst>
              <a:defRPr spc="0" sz="5000">
                <a:solidFill>
                  <a:srgbClr val="FFFFFF">
                    <a:alpha val="85000"/>
                  </a:srgbClr>
                </a:solidFill>
                <a:latin typeface="Menlo Regular"/>
                <a:ea typeface="Menlo Regular"/>
                <a:cs typeface="Menlo Regular"/>
                <a:sym typeface="Menlo Regular"/>
              </a:defRPr>
            </a:pPr>
            <a:r>
              <a:t>A set type cannot be inferred from an array literal, so in such cases the type Set must be explicitly declared.</a:t>
            </a:r>
          </a:p>
          <a:p>
            <a:pPr lvl="3" marL="0" indent="685800" defTabSz="690244">
              <a:spcBef>
                <a:spcPts val="0"/>
              </a:spcBef>
              <a:buSzTx/>
              <a:buNone/>
              <a:tabLst>
                <a:tab pos="685800" algn="l"/>
              </a:tabLst>
              <a:defRPr spc="0" sz="5000">
                <a:solidFill>
                  <a:srgbClr val="FFFFFF">
                    <a:alpha val="85000"/>
                  </a:srgbClr>
                </a:solidFill>
                <a:latin typeface="Menlo Regular"/>
                <a:ea typeface="Menlo Regular"/>
                <a:cs typeface="Menlo Regular"/>
                <a:sym typeface="Menlo Regular"/>
              </a:defRPr>
            </a:pPr>
          </a:p>
          <a:p>
            <a:pPr lvl="3" marL="0" indent="685800" defTabSz="690244">
              <a:spcBef>
                <a:spcPts val="0"/>
              </a:spcBef>
              <a:buSzTx/>
              <a:buNone/>
              <a:tabLst>
                <a:tab pos="685800" algn="l"/>
              </a:tabLst>
              <a:defRPr spc="0" sz="5000">
                <a:solidFill>
                  <a:srgbClr val="FFFFFF">
                    <a:alpha val="85000"/>
                  </a:srgbClr>
                </a:solidFill>
                <a:latin typeface="Menlo Regular"/>
                <a:ea typeface="Menlo Regular"/>
                <a:cs typeface="Menlo Regular"/>
                <a:sym typeface="Menlo Regular"/>
              </a:defRPr>
            </a:pPr>
            <a:r>
              <a:t>Kulsreshtha, Arpit. iOS 17 App Development for Beginners: Get started with iOS app development using Swift 5.9, SwiftUI, and Xcode 15 (English Edition) (p. 98). BPB Online. Kindle Edition. </a:t>
            </a:r>
          </a:p>
          <a:p>
            <a:pPr lvl="3" marL="2515576" indent="-610576" defTabSz="690244">
              <a:spcBef>
                <a:spcPts val="0"/>
              </a:spcBef>
              <a:buSzPct val="50000"/>
              <a:buBlip>
                <a:blip r:embed="rId2"/>
              </a:buBlip>
              <a:tabLst>
                <a:tab pos="685800" algn="l"/>
              </a:tabLst>
              <a:defRPr spc="0" sz="5000">
                <a:solidFill>
                  <a:srgbClr val="FFFFFF">
                    <a:alpha val="85000"/>
                  </a:srgbClr>
                </a:solidFill>
                <a:latin typeface="Menlo Regular"/>
                <a:ea typeface="Menlo Regular"/>
                <a:cs typeface="Menlo Regular"/>
                <a:sym typeface="Menlo Regular"/>
              </a:defRPr>
            </a:pPr>
          </a:p>
          <a:p>
            <a:pPr lvl="3" marL="0" indent="685800" defTabSz="690244">
              <a:spcBef>
                <a:spcPts val="0"/>
              </a:spcBef>
              <a:buSzTx/>
              <a:buNone/>
              <a:tabLst>
                <a:tab pos="685800" algn="l"/>
              </a:tabLst>
              <a:defRPr spc="0" sz="5000">
                <a:solidFill>
                  <a:srgbClr val="FFFFFF">
                    <a:alpha val="85000"/>
                  </a:srgbClr>
                </a:solidFill>
                <a:latin typeface="Menlo Regular"/>
                <a:ea typeface="Menlo Regular"/>
                <a:cs typeface="Menlo Regular"/>
                <a:sym typeface="Menlo Regular"/>
              </a:defRPr>
            </a:pPr>
            <a:r>
              <a:t>Kulsreshtha, Arpit. iOS 17 App Development for Beginners: Get started with iOS app development using Swift 5.9, SwiftUI, and Xcode 15 (English Edition) (p. 98). BPB Online. Kindle Edition. </a:t>
            </a:r>
          </a:p>
          <a:p>
            <a:pP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49"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50" name="SET"/>
          <p:cNvSpPr/>
          <p:nvPr>
            <p:ph type="title"/>
          </p:nvPr>
        </p:nvSpPr>
        <p:spPr>
          <a:prstGeom prst="rect">
            <a:avLst/>
          </a:prstGeom>
        </p:spPr>
        <p:txBody>
          <a:bodyPr/>
          <a:lstStyle/>
          <a:p>
            <a:pPr/>
            <a:r>
              <a:t>SET</a:t>
            </a:r>
          </a:p>
        </p:txBody>
      </p:sp>
      <p:sp>
        <p:nvSpPr>
          <p:cNvPr id="251" name="A set type cannot be inferred from an array literal, so in such cases the type Set must be explicitly declared. Although, because of Swift’s type inference, you do not have to write the type of the set’s elements if you are initializing it with an array "/>
          <p:cNvSpPr/>
          <p:nvPr>
            <p:ph type="body" idx="1"/>
          </p:nvPr>
        </p:nvSpPr>
        <p:spPr>
          <a:xfrm>
            <a:off x="1143000" y="3670727"/>
            <a:ext cx="22098000" cy="9118601"/>
          </a:xfrm>
          <a:prstGeom prst="rect">
            <a:avLst/>
          </a:prstGeom>
        </p:spPr>
        <p:txBody>
          <a:bodyPr/>
          <a:lstStyle/>
          <a:p>
            <a:pPr/>
            <a:r>
              <a:t>A set type cannot be inferred from an array literal, so in such cases the type Set must be explicitly declared. Although, because of Swift’s type inference, you do not have to write the type of the set’s elements if you are initializing it with an array literal.</a:t>
            </a:r>
          </a:p>
          <a:p>
            <a:pPr marL="0" indent="0">
              <a:buSzTx/>
              <a:buNone/>
            </a:pPr>
            <a:r>
              <a:rPr u="sng">
                <a:hlinkClick r:id="rId3" invalidUrl="" action="" tgtFrame="" tooltip="" history="1" highlightClick="0" endSnd="0"/>
              </a:rPr>
              <a:t>Creating and Initializing an Empty Set</a:t>
            </a:r>
            <a:r>
              <a:t>:</a:t>
            </a:r>
          </a:p>
          <a:p>
            <a:pPr/>
            <a:r>
              <a:t>You can create an empty set of a certain type using initializer syntax:</a:t>
            </a:r>
          </a:p>
          <a:p>
            <a:pPr lvl="2" marL="0" indent="4572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r>
              <a:rPr>
                <a:solidFill>
                  <a:srgbClr val="00F900"/>
                </a:solidFill>
              </a:rPr>
              <a:t>var</a:t>
            </a:r>
            <a:r>
              <a:t> letters = </a:t>
            </a:r>
            <a:r>
              <a:rPr>
                <a:solidFill>
                  <a:srgbClr val="00F900"/>
                </a:solidFill>
              </a:rPr>
              <a:t>Set&lt;Character&gt;</a:t>
            </a:r>
            <a:r>
              <a:t>()</a:t>
            </a:r>
          </a:p>
          <a:p>
            <a:pPr lvl="2" marL="0" indent="4572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r>
              <a:rPr>
                <a:solidFill>
                  <a:srgbClr val="00F900"/>
                </a:solidFill>
              </a:rPr>
              <a:t>print</a:t>
            </a:r>
            <a:r>
              <a:t>("</a:t>
            </a:r>
            <a:r>
              <a:rPr>
                <a:solidFill>
                  <a:srgbClr val="FF2600"/>
                </a:solidFill>
              </a:rPr>
              <a:t>letters is of type Set&lt;Character&gt; with</a:t>
            </a:r>
            <a:r>
              <a:t> \(</a:t>
            </a:r>
            <a:r>
              <a:rPr>
                <a:solidFill>
                  <a:srgbClr val="FFFFFF"/>
                </a:solidFill>
              </a:rPr>
              <a:t>letters.</a:t>
            </a:r>
            <a:r>
              <a:rPr>
                <a:solidFill>
                  <a:srgbClr val="00F900"/>
                </a:solidFill>
              </a:rPr>
              <a:t>count</a:t>
            </a:r>
            <a:r>
              <a:t>) </a:t>
            </a:r>
            <a:r>
              <a:rPr>
                <a:solidFill>
                  <a:srgbClr val="FF2600"/>
                </a:solidFill>
              </a:rPr>
              <a:t>items.</a:t>
            </a:r>
            <a:r>
              <a:t>")</a:t>
            </a:r>
          </a:p>
          <a:p>
            <a:pPr lvl="2" marL="0" indent="4572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p>
          <a:p>
            <a:pPr lvl="2" marL="0" indent="4572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r>
              <a:t>// Prints "letters is of type Set&lt;Character&gt; with 0 items."</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5"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56"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57" name="SET"/>
          <p:cNvSpPr/>
          <p:nvPr>
            <p:ph type="title"/>
          </p:nvPr>
        </p:nvSpPr>
        <p:spPr>
          <a:prstGeom prst="rect">
            <a:avLst/>
          </a:prstGeom>
        </p:spPr>
        <p:txBody>
          <a:bodyPr/>
          <a:lstStyle/>
          <a:p>
            <a:pPr/>
            <a:r>
              <a:t>SET</a:t>
            </a:r>
          </a:p>
        </p:txBody>
      </p:sp>
      <p:sp>
        <p:nvSpPr>
          <p:cNvPr id="258" name="Alternatively, if the context already provides type information, such as a function argument or an already typed variable or constant, you can create an empty set with an empty array literal:…"/>
          <p:cNvSpPr/>
          <p:nvPr>
            <p:ph type="body" idx="1"/>
          </p:nvPr>
        </p:nvSpPr>
        <p:spPr>
          <a:xfrm>
            <a:off x="1155700" y="3103026"/>
            <a:ext cx="22098000" cy="10088048"/>
          </a:xfrm>
          <a:prstGeom prst="rect">
            <a:avLst/>
          </a:prstGeom>
        </p:spPr>
        <p:txBody>
          <a:bodyPr/>
          <a:lstStyle/>
          <a:p>
            <a:pPr marL="0" indent="0" defTabSz="457200">
              <a:spcBef>
                <a:spcPts val="0"/>
              </a:spcBef>
              <a:buSzTx/>
              <a:buNone/>
              <a:defRPr spc="0" sz="1700"/>
            </a:pPr>
            <a:r>
              <a:rPr spc="-48" sz="4800"/>
              <a:t>Alternatively, if the context already provides type information, such as a function argument or an already typed variable or constant, you can create an empty set with an empty array literal:</a:t>
            </a:r>
            <a:endParaRPr spc="-48" sz="4800"/>
          </a:p>
          <a:p>
            <a:pPr marL="0" indent="0" defTabSz="457200">
              <a:spcBef>
                <a:spcPts val="0"/>
              </a:spcBef>
              <a:buSzTx/>
              <a:buNone/>
              <a:defRPr spc="0" sz="1700"/>
            </a:pPr>
          </a:p>
          <a:p>
            <a:pPr lvl="2" marL="0" indent="457200" defTabSz="457200">
              <a:spcBef>
                <a:spcPts val="0"/>
              </a:spcBef>
              <a:buSzTx/>
              <a:buNone/>
              <a:defRPr spc="0" sz="1058">
                <a:latin typeface="Menlo Regular"/>
                <a:ea typeface="Menlo Regular"/>
                <a:cs typeface="Menlo Regular"/>
                <a:sym typeface="Menlo Regular"/>
              </a:defRPr>
            </a:pPr>
            <a:r>
              <a:rPr sz="3800">
                <a:solidFill>
                  <a:srgbClr val="FFFFFF">
                    <a:alpha val="85000"/>
                  </a:srgbClr>
                </a:solidFill>
              </a:rPr>
              <a:t>letters.</a:t>
            </a:r>
            <a:r>
              <a:rPr sz="3800">
                <a:solidFill>
                  <a:srgbClr val="00F900"/>
                </a:solidFill>
              </a:rPr>
              <a:t>insert</a:t>
            </a:r>
            <a:r>
              <a:rPr sz="3800">
                <a:solidFill>
                  <a:srgbClr val="FF2600"/>
                </a:solidFill>
              </a:rPr>
              <a:t>("a")</a:t>
            </a:r>
            <a:endParaRPr sz="3800">
              <a:solidFill>
                <a:srgbClr val="FFFFFF">
                  <a:alpha val="85000"/>
                </a:srgbClr>
              </a:solidFill>
            </a:endParaRPr>
          </a:p>
          <a:p>
            <a:pPr lvl="2" marL="0" indent="457200" defTabSz="457200">
              <a:spcBef>
                <a:spcPts val="0"/>
              </a:spcBef>
              <a:buSzTx/>
              <a:buNone/>
              <a:defRPr spc="0" sz="3800">
                <a:solidFill>
                  <a:srgbClr val="FFFFFF">
                    <a:alpha val="85000"/>
                  </a:srgbClr>
                </a:solidFill>
                <a:latin typeface="Menlo Regular"/>
                <a:ea typeface="Menlo Regular"/>
                <a:cs typeface="Menlo Regular"/>
                <a:sym typeface="Menlo Regular"/>
              </a:defRPr>
            </a:pPr>
            <a:r>
              <a:t>// letters now contains 1 value of type Character</a:t>
            </a:r>
          </a:p>
          <a:p>
            <a:pPr lvl="2" marL="0" indent="457200" defTabSz="457200">
              <a:spcBef>
                <a:spcPts val="0"/>
              </a:spcBef>
              <a:buSzTx/>
              <a:buNone/>
              <a:defRPr spc="0" sz="3800">
                <a:solidFill>
                  <a:srgbClr val="FFFFFF">
                    <a:alpha val="85000"/>
                  </a:srgbClr>
                </a:solidFill>
                <a:latin typeface="Menlo Regular"/>
                <a:ea typeface="Menlo Regular"/>
                <a:cs typeface="Menlo Regular"/>
                <a:sym typeface="Menlo Regular"/>
              </a:defRPr>
            </a:pPr>
          </a:p>
          <a:p>
            <a:pPr lvl="2" marL="0" indent="457200" defTabSz="457200">
              <a:spcBef>
                <a:spcPts val="0"/>
              </a:spcBef>
              <a:buSzTx/>
              <a:buNone/>
              <a:defRPr spc="0" sz="3800">
                <a:solidFill>
                  <a:srgbClr val="FFFFFF">
                    <a:alpha val="85000"/>
                  </a:srgbClr>
                </a:solidFill>
                <a:latin typeface="Menlo Regular"/>
                <a:ea typeface="Menlo Regular"/>
                <a:cs typeface="Menlo Regular"/>
                <a:sym typeface="Menlo Regular"/>
              </a:defRPr>
            </a:pPr>
            <a:r>
              <a:t>letters = </a:t>
            </a:r>
            <a:r>
              <a:rPr>
                <a:solidFill>
                  <a:srgbClr val="FF2600"/>
                </a:solidFill>
              </a:rPr>
              <a:t>[]</a:t>
            </a:r>
          </a:p>
          <a:p>
            <a:pPr lvl="2" marL="0" indent="457200" defTabSz="457200">
              <a:spcBef>
                <a:spcPts val="0"/>
              </a:spcBef>
              <a:buSzTx/>
              <a:buNone/>
              <a:defRPr spc="0" sz="3800">
                <a:solidFill>
                  <a:srgbClr val="FFFFFF">
                    <a:alpha val="85000"/>
                  </a:srgbClr>
                </a:solidFill>
                <a:latin typeface="Menlo Regular"/>
                <a:ea typeface="Menlo Regular"/>
                <a:cs typeface="Menlo Regular"/>
                <a:sym typeface="Menlo Regular"/>
              </a:defRPr>
            </a:pPr>
            <a:r>
              <a:t>// letters is now an empty set, but is still of type Set&lt;Character&gt;</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0" name="Text"/>
          <p:cNvSpPr/>
          <p:nvPr>
            <p:ph type="body" idx="21"/>
          </p:nvPr>
        </p:nvSpPr>
        <p:spPr>
          <a:xfrm>
            <a:off x="214165" y="13385800"/>
            <a:ext cx="19291301" cy="228600"/>
          </a:xfrm>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61"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62" name="Creating a Set with an Array Literal"/>
          <p:cNvSpPr/>
          <p:nvPr>
            <p:ph type="title"/>
          </p:nvPr>
        </p:nvSpPr>
        <p:spPr>
          <a:prstGeom prst="rect">
            <a:avLst/>
          </a:prstGeom>
        </p:spPr>
        <p:txBody>
          <a:bodyPr/>
          <a:lstStyle>
            <a:lvl1pPr defTabSz="457200">
              <a:lnSpc>
                <a:spcPct val="100000"/>
              </a:lnSpc>
              <a:defRPr b="0" spc="0" sz="6576">
                <a:hlinkClick r:id="rId2" invalidUrl="" action="" tgtFrame="" tooltip="" history="1" highlightClick="0" endSnd="0"/>
              </a:defRPr>
            </a:lvl1pPr>
          </a:lstStyle>
          <a:p>
            <a:pPr/>
            <a:r>
              <a:rPr>
                <a:hlinkClick r:id="rId2" invalidUrl="" action="" tgtFrame="" tooltip="" history="1" highlightClick="0" endSnd="0"/>
              </a:rPr>
              <a:t>Creating a Set with an Array Literal</a:t>
            </a:r>
          </a:p>
        </p:txBody>
      </p:sp>
      <p:sp>
        <p:nvSpPr>
          <p:cNvPr id="263" name="You can also initialize a set with an array literal, as a shorthand way to write one or more values as a set collection.…"/>
          <p:cNvSpPr/>
          <p:nvPr>
            <p:ph type="body" idx="1"/>
          </p:nvPr>
        </p:nvSpPr>
        <p:spPr>
          <a:xfrm>
            <a:off x="1396559" y="3613150"/>
            <a:ext cx="22098001" cy="9118600"/>
          </a:xfrm>
          <a:prstGeom prst="rect">
            <a:avLst/>
          </a:prstGeom>
        </p:spPr>
        <p:txBody>
          <a:bodyPr/>
          <a:lstStyle/>
          <a:p>
            <a:pPr marL="269641" indent="-269641" defTabSz="457200">
              <a:spcBef>
                <a:spcPts val="0"/>
              </a:spcBef>
              <a:buSzPct val="80000"/>
              <a:defRPr spc="0" sz="4076"/>
            </a:pPr>
            <a:r>
              <a:t>You can also initialize a set with an array literal, as a shorthand way to write one or more values as a set collection.</a:t>
            </a:r>
          </a:p>
          <a:p>
            <a:pPr marL="269641" indent="-269641" defTabSz="457200">
              <a:spcBef>
                <a:spcPts val="0"/>
              </a:spcBef>
              <a:buSzPct val="80000"/>
              <a:defRPr spc="0" sz="4076"/>
            </a:pPr>
            <a:r>
              <a:t>The example below creates a set called </a:t>
            </a:r>
            <a:r>
              <a:rPr>
                <a:latin typeface="Menlo Regular"/>
                <a:ea typeface="Menlo Regular"/>
                <a:cs typeface="Menlo Regular"/>
                <a:sym typeface="Menlo Regular"/>
              </a:rPr>
              <a:t>favoriteGenres</a:t>
            </a:r>
            <a:r>
              <a:t> to store </a:t>
            </a:r>
            <a:r>
              <a:rPr>
                <a:latin typeface="Menlo Regular"/>
                <a:ea typeface="Menlo Regular"/>
                <a:cs typeface="Menlo Regular"/>
                <a:sym typeface="Menlo Regular"/>
              </a:rPr>
              <a:t>String</a:t>
            </a:r>
            <a:r>
              <a:t> values:</a:t>
            </a:r>
          </a:p>
          <a:p>
            <a:pPr marL="0" indent="0" defTabSz="457200">
              <a:spcBef>
                <a:spcPts val="0"/>
              </a:spcBef>
              <a:buSzTx/>
              <a:buNone/>
              <a:defRPr spc="0" sz="3800">
                <a:solidFill>
                  <a:srgbClr val="FFFFFF">
                    <a:alpha val="85000"/>
                  </a:srgbClr>
                </a:solidFill>
                <a:latin typeface="Menlo Regular"/>
                <a:ea typeface="Menlo Regular"/>
                <a:cs typeface="Menlo Regular"/>
                <a:sym typeface="Menlo Regular"/>
              </a:defRPr>
            </a:pPr>
          </a:p>
          <a:p>
            <a:pPr marL="0" indent="0" defTabSz="457200">
              <a:spcBef>
                <a:spcPts val="0"/>
              </a:spcBef>
              <a:buSzTx/>
              <a:buNone/>
              <a:defRPr spc="0" sz="3800">
                <a:solidFill>
                  <a:srgbClr val="FFFFFF">
                    <a:alpha val="85000"/>
                  </a:srgbClr>
                </a:solidFill>
                <a:latin typeface="Menlo Regular"/>
                <a:ea typeface="Menlo Regular"/>
                <a:cs typeface="Menlo Regular"/>
                <a:sym typeface="Menlo Regular"/>
              </a:defRPr>
            </a:pPr>
          </a:p>
          <a:p>
            <a:pPr lvl="1" marL="0" indent="228600" defTabSz="457200">
              <a:spcBef>
                <a:spcPts val="0"/>
              </a:spcBef>
              <a:buSzTx/>
              <a:buNone/>
              <a:defRPr spc="0" sz="3800">
                <a:solidFill>
                  <a:srgbClr val="FFFFFF">
                    <a:alpha val="85000"/>
                  </a:srgbClr>
                </a:solidFill>
                <a:latin typeface="Menlo Regular"/>
                <a:ea typeface="Menlo Regular"/>
                <a:cs typeface="Menlo Regular"/>
                <a:sym typeface="Menlo Regular"/>
              </a:defRPr>
            </a:pPr>
            <a:r>
              <a:rPr>
                <a:solidFill>
                  <a:srgbClr val="00F900"/>
                </a:solidFill>
              </a:rPr>
              <a:t>var</a:t>
            </a:r>
            <a:r>
              <a:t> favoriteGenres: </a:t>
            </a:r>
            <a:r>
              <a:rPr>
                <a:solidFill>
                  <a:srgbClr val="00F900"/>
                </a:solidFill>
              </a:rPr>
              <a:t>Set&lt;String&gt; </a:t>
            </a:r>
            <a:r>
              <a:t>= [</a:t>
            </a:r>
            <a:r>
              <a:rPr>
                <a:solidFill>
                  <a:srgbClr val="FF2600"/>
                </a:solidFill>
              </a:rPr>
              <a:t>"Rock", "Classical", "Hip hop"</a:t>
            </a:r>
            <a:r>
              <a:t>]</a:t>
            </a:r>
          </a:p>
          <a:p>
            <a:pPr marL="0" indent="0" defTabSz="457200">
              <a:spcBef>
                <a:spcPts val="0"/>
              </a:spcBef>
              <a:buSzTx/>
              <a:buNone/>
              <a:defRPr spc="0" sz="3800">
                <a:solidFill>
                  <a:srgbClr val="FFFFFF">
                    <a:alpha val="85000"/>
                  </a:srgbClr>
                </a:solidFill>
                <a:latin typeface="Menlo Regular"/>
                <a:ea typeface="Menlo Regular"/>
                <a:cs typeface="Menlo Regular"/>
                <a:sym typeface="Menlo Regular"/>
              </a:defRPr>
            </a:pPr>
            <a:r>
              <a:t>// favoriteGenres has been initialized with three initial items</a:t>
            </a:r>
          </a:p>
          <a:p>
            <a:pPr marL="70036" indent="-70036" defTabSz="457200">
              <a:spcBef>
                <a:spcPts val="0"/>
              </a:spcBef>
              <a:defRPr spc="0" sz="1058">
                <a:latin typeface="Menlo Regular"/>
                <a:ea typeface="Menlo Regular"/>
                <a:cs typeface="Menlo Regular"/>
                <a:sym typeface="Menlo Regular"/>
              </a:defRPr>
            </a:pPr>
          </a:p>
          <a:p>
            <a:pPr marL="70036" indent="-70036" defTabSz="457200">
              <a:spcBef>
                <a:spcPts val="0"/>
              </a:spcBef>
              <a:defRPr spc="0" sz="3958">
                <a:latin typeface="Menlo Regular"/>
                <a:ea typeface="Menlo Regular"/>
                <a:cs typeface="Menlo Regular"/>
                <a:sym typeface="Menlo Regular"/>
              </a:defRPr>
            </a:pPr>
          </a:p>
          <a:p>
            <a:pPr marL="261859" indent="-261859" defTabSz="457200">
              <a:spcBef>
                <a:spcPts val="0"/>
              </a:spcBef>
              <a:defRPr spc="0" sz="3958"/>
            </a:pPr>
            <a:r>
              <a:t> </a:t>
            </a:r>
            <a:r>
              <a:t>The initialization of </a:t>
            </a:r>
            <a:r>
              <a:rPr>
                <a:latin typeface="Menlo Regular"/>
                <a:ea typeface="Menlo Regular"/>
                <a:cs typeface="Menlo Regular"/>
                <a:sym typeface="Menlo Regular"/>
              </a:rPr>
              <a:t>favoriteGenres</a:t>
            </a:r>
            <a:r>
              <a:t> could have been written in a shorter form instead:</a:t>
            </a:r>
          </a:p>
          <a:p>
            <a:pPr lvl="2" marL="0" indent="4572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p>
          <a:p>
            <a:pPr lvl="2" marL="0" indent="4572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r>
              <a:rPr>
                <a:solidFill>
                  <a:srgbClr val="00F900"/>
                </a:solidFill>
              </a:rPr>
              <a:t>var</a:t>
            </a:r>
            <a:r>
              <a:t> favoriteGenres: Set = [</a:t>
            </a:r>
            <a:r>
              <a:rPr>
                <a:solidFill>
                  <a:srgbClr val="FF2600"/>
                </a:solidFill>
              </a:rPr>
              <a:t>"Rock", "Classical", "Hip hop”</a:t>
            </a:r>
            <a:r>
              <a:t>]</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5"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66"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67" name="Accessing and Modifying a Set"/>
          <p:cNvSpPr/>
          <p:nvPr>
            <p:ph type="title"/>
          </p:nvPr>
        </p:nvSpPr>
        <p:spPr>
          <a:prstGeom prst="rect">
            <a:avLst/>
          </a:prstGeom>
        </p:spPr>
        <p:txBody>
          <a:bodyPr/>
          <a:lstStyle>
            <a:lvl1pPr defTabSz="457200">
              <a:lnSpc>
                <a:spcPct val="100000"/>
              </a:lnSpc>
              <a:defRPr b="0" spc="0" sz="6276">
                <a:hlinkClick r:id="rId2" invalidUrl="" action="" tgtFrame="" tooltip="" history="1" highlightClick="0" endSnd="0"/>
              </a:defRPr>
            </a:lvl1pPr>
          </a:lstStyle>
          <a:p>
            <a:pPr/>
            <a:r>
              <a:rPr>
                <a:hlinkClick r:id="rId2" invalidUrl="" action="" tgtFrame="" tooltip="" history="1" highlightClick="0" endSnd="0"/>
              </a:rPr>
              <a:t>Accessing and Modifying a Set</a:t>
            </a:r>
          </a:p>
        </p:txBody>
      </p:sp>
      <p:sp>
        <p:nvSpPr>
          <p:cNvPr id="268" name="To find out the number of items in a set, check its read-only count property:…"/>
          <p:cNvSpPr/>
          <p:nvPr>
            <p:ph type="body" idx="1"/>
          </p:nvPr>
        </p:nvSpPr>
        <p:spPr>
          <a:xfrm>
            <a:off x="861266" y="3360821"/>
            <a:ext cx="22806847" cy="9531736"/>
          </a:xfrm>
          <a:prstGeom prst="rect">
            <a:avLst/>
          </a:prstGeom>
        </p:spPr>
        <p:txBody>
          <a:bodyPr/>
          <a:lstStyle/>
          <a:p>
            <a:pPr marL="291041" indent="-291041" defTabSz="457200">
              <a:spcBef>
                <a:spcPts val="0"/>
              </a:spcBef>
              <a:defRPr spc="0" sz="4400"/>
            </a:pPr>
            <a:r>
              <a:t>To find out the number of items in a set, check its read-only </a:t>
            </a:r>
            <a:r>
              <a:rPr>
                <a:solidFill>
                  <a:srgbClr val="FFFB00"/>
                </a:solidFill>
                <a:latin typeface="Menlo Regular"/>
                <a:ea typeface="Menlo Regular"/>
                <a:cs typeface="Menlo Regular"/>
                <a:sym typeface="Menlo Regular"/>
              </a:rPr>
              <a:t>count</a:t>
            </a:r>
            <a:r>
              <a:t> property:</a:t>
            </a:r>
          </a:p>
          <a:p>
            <a:pPr marL="0" indent="0" defTabSz="457200">
              <a:spcBef>
                <a:spcPts val="0"/>
              </a:spcBef>
              <a:buSzTx/>
              <a:buNone/>
              <a:defRPr spc="0" sz="4400"/>
            </a:pPr>
          </a:p>
          <a:p>
            <a:pPr lvl="2" marL="0" indent="4572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r>
              <a:t>print(</a:t>
            </a:r>
            <a:r>
              <a:rPr>
                <a:solidFill>
                  <a:srgbClr val="FF2600"/>
                </a:solidFill>
              </a:rPr>
              <a:t>"I have </a:t>
            </a:r>
            <a:r>
              <a:t>\(favoriteGenres.</a:t>
            </a:r>
            <a:r>
              <a:rPr>
                <a:solidFill>
                  <a:srgbClr val="00F900"/>
                </a:solidFill>
              </a:rPr>
              <a:t>count</a:t>
            </a:r>
            <a:r>
              <a:t>) </a:t>
            </a:r>
            <a:r>
              <a:rPr>
                <a:solidFill>
                  <a:srgbClr val="FF2600"/>
                </a:solidFill>
              </a:rPr>
              <a:t>favorite music genres."</a:t>
            </a:r>
            <a:r>
              <a:t>)</a:t>
            </a:r>
          </a:p>
          <a:p>
            <a:pPr lvl="2" marL="0" indent="4572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r>
              <a:t>// Prints "I have 3 favorite music genres.”</a:t>
            </a:r>
          </a:p>
          <a:p>
            <a:pPr lvl="2" marL="0" indent="4572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p>
          <a:p>
            <a:pPr marL="291041" indent="-291041" defTabSz="457200">
              <a:spcBef>
                <a:spcPts val="0"/>
              </a:spcBef>
              <a:defRPr spc="0" sz="4400"/>
            </a:pPr>
            <a:r>
              <a:t>Use the Boolean </a:t>
            </a:r>
            <a:r>
              <a:rPr>
                <a:solidFill>
                  <a:srgbClr val="FFFB00"/>
                </a:solidFill>
              </a:rPr>
              <a:t>isEmpty</a:t>
            </a:r>
            <a:r>
              <a:t> property as a shortcut for checking whether the count property is equal to 0:</a:t>
            </a:r>
          </a:p>
          <a:p>
            <a:pPr marL="291041" indent="-291041" defTabSz="457200">
              <a:spcBef>
                <a:spcPts val="0"/>
              </a:spcBef>
              <a:defRPr spc="0" sz="4400"/>
            </a:pPr>
          </a:p>
          <a:p>
            <a:pPr lvl="4" marL="0" indent="9144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r>
              <a:rPr>
                <a:solidFill>
                  <a:srgbClr val="00F900"/>
                </a:solidFill>
              </a:rPr>
              <a:t>if</a:t>
            </a:r>
            <a:r>
              <a:t> favoriteGenres.isEmpty {</a:t>
            </a:r>
          </a:p>
          <a:p>
            <a:pPr lvl="7" defTabSz="690244">
              <a:lnSpc>
                <a:spcPct val="100000"/>
              </a:lnSpc>
              <a:tabLst>
                <a:tab pos="685800" algn="l"/>
              </a:tabLst>
              <a:defRPr sz="3800">
                <a:solidFill>
                  <a:srgbClr val="FFFFFF">
                    <a:alpha val="85000"/>
                  </a:srgbClr>
                </a:solidFill>
              </a:defRPr>
            </a:pPr>
            <a:r>
              <a:t>  </a:t>
            </a:r>
            <a:r>
              <a:rPr>
                <a:solidFill>
                  <a:srgbClr val="00F900"/>
                </a:solidFill>
              </a:rPr>
              <a:t>print</a:t>
            </a:r>
            <a:r>
              <a:t>(</a:t>
            </a:r>
            <a:r>
              <a:rPr>
                <a:solidFill>
                  <a:srgbClr val="FF9300"/>
                </a:solidFill>
              </a:rPr>
              <a:t>"As far as music goes, I'm not picky."</a:t>
            </a:r>
            <a:r>
              <a:t>)</a:t>
            </a:r>
          </a:p>
          <a:p>
            <a:pPr lvl="4" marL="0" indent="9144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r>
              <a:t>} </a:t>
            </a:r>
            <a:r>
              <a:rPr>
                <a:solidFill>
                  <a:srgbClr val="00F900"/>
                </a:solidFill>
              </a:rPr>
              <a:t>else </a:t>
            </a:r>
            <a:r>
              <a:t>{</a:t>
            </a:r>
          </a:p>
          <a:p>
            <a:pPr lvl="4" marL="0" indent="9144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r>
              <a:t>    </a:t>
            </a:r>
            <a:r>
              <a:rPr>
                <a:solidFill>
                  <a:srgbClr val="00F900"/>
                </a:solidFill>
              </a:rPr>
              <a:t>print</a:t>
            </a:r>
            <a:r>
              <a:t>(</a:t>
            </a:r>
            <a:r>
              <a:rPr>
                <a:solidFill>
                  <a:srgbClr val="FF9300"/>
                </a:solidFill>
              </a:rPr>
              <a:t>"I have particular music preferences."</a:t>
            </a:r>
            <a:r>
              <a:t>)</a:t>
            </a:r>
          </a:p>
          <a:p>
            <a:pPr lvl="4" marL="0" indent="9144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r>
              <a:t>}</a:t>
            </a:r>
          </a:p>
          <a:p>
            <a:pPr lvl="4" marL="0" indent="9144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r>
              <a:t>// Prints "I have particular music preferences."</a:t>
            </a:r>
          </a:p>
          <a:p>
            <a:pPr marL="291041" indent="-291041" defTabSz="457200">
              <a:spcBef>
                <a:spcPts val="0"/>
              </a:spcBef>
              <a:defRPr spc="0" sz="4400"/>
            </a:pP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0"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71"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72" name="Accessing and Modifying a Set"/>
          <p:cNvSpPr/>
          <p:nvPr>
            <p:ph type="title"/>
          </p:nvPr>
        </p:nvSpPr>
        <p:spPr>
          <a:prstGeom prst="rect">
            <a:avLst/>
          </a:prstGeom>
        </p:spPr>
        <p:txBody>
          <a:bodyPr/>
          <a:lstStyle>
            <a:lvl1pPr defTabSz="457200">
              <a:lnSpc>
                <a:spcPct val="100000"/>
              </a:lnSpc>
              <a:defRPr b="0" spc="0" sz="6276">
                <a:hlinkClick r:id="rId2" invalidUrl="" action="" tgtFrame="" tooltip="" history="1" highlightClick="0" endSnd="0"/>
              </a:defRPr>
            </a:lvl1pPr>
          </a:lstStyle>
          <a:p>
            <a:pPr/>
            <a:r>
              <a:rPr>
                <a:hlinkClick r:id="rId2" invalidUrl="" action="" tgtFrame="" tooltip="" history="1" highlightClick="0" endSnd="0"/>
              </a:rPr>
              <a:t>Accessing and Modifying a Set</a:t>
            </a:r>
          </a:p>
        </p:txBody>
      </p:sp>
      <p:sp>
        <p:nvSpPr>
          <p:cNvPr id="273" name="You can add a new item into a set by calling the set’s insert(_:) method:…"/>
          <p:cNvSpPr/>
          <p:nvPr>
            <p:ph type="body" idx="1"/>
          </p:nvPr>
        </p:nvSpPr>
        <p:spPr>
          <a:xfrm>
            <a:off x="733100" y="3670727"/>
            <a:ext cx="22098001" cy="9118601"/>
          </a:xfrm>
          <a:prstGeom prst="rect">
            <a:avLst/>
          </a:prstGeom>
        </p:spPr>
        <p:txBody>
          <a:bodyPr/>
          <a:lstStyle/>
          <a:p>
            <a:pPr marL="269641" indent="-269641" defTabSz="690244">
              <a:spcBef>
                <a:spcPts val="0"/>
              </a:spcBef>
              <a:tabLst>
                <a:tab pos="685800" algn="l"/>
              </a:tabLst>
              <a:defRPr spc="0" sz="3800">
                <a:solidFill>
                  <a:srgbClr val="FFFFFF">
                    <a:alpha val="85000"/>
                  </a:srgbClr>
                </a:solidFill>
                <a:latin typeface="Menlo Regular"/>
                <a:ea typeface="Menlo Regular"/>
                <a:cs typeface="Menlo Regular"/>
                <a:sym typeface="Menlo Regular"/>
              </a:defRPr>
            </a:pPr>
            <a:r>
              <a:rPr sz="4076">
                <a:solidFill>
                  <a:srgbClr val="FFFFFF"/>
                </a:solidFill>
                <a:latin typeface="+mn-lt"/>
                <a:ea typeface="+mn-ea"/>
                <a:cs typeface="+mn-cs"/>
                <a:sym typeface="Helvetica Neue"/>
              </a:rPr>
              <a:t>You can add a new item into a set by calling the set’s </a:t>
            </a:r>
            <a:r>
              <a:rPr>
                <a:solidFill>
                  <a:srgbClr val="FFFB00"/>
                </a:solidFill>
              </a:rPr>
              <a:t>insert(_:)</a:t>
            </a:r>
            <a:r>
              <a:t> </a:t>
            </a:r>
            <a:r>
              <a:rPr sz="4076">
                <a:solidFill>
                  <a:srgbClr val="FFFFFF"/>
                </a:solidFill>
                <a:latin typeface="+mn-lt"/>
                <a:ea typeface="+mn-ea"/>
                <a:cs typeface="+mn-cs"/>
                <a:sym typeface="Helvetica Neue"/>
              </a:rPr>
              <a:t>method</a:t>
            </a:r>
            <a:r>
              <a:t>:</a:t>
            </a:r>
          </a:p>
          <a:p>
            <a:pPr marL="0" indent="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p>
          <a:p>
            <a:pPr lvl="2" marL="0" indent="4572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r>
              <a:t>favoriteGenres.</a:t>
            </a:r>
            <a:r>
              <a:rPr>
                <a:solidFill>
                  <a:srgbClr val="00F900"/>
                </a:solidFill>
              </a:rPr>
              <a:t>insert</a:t>
            </a:r>
            <a:r>
              <a:t>(</a:t>
            </a:r>
            <a:r>
              <a:rPr>
                <a:solidFill>
                  <a:srgbClr val="FF9300"/>
                </a:solidFill>
              </a:rPr>
              <a:t>"Jazz"</a:t>
            </a:r>
            <a:r>
              <a:t>)</a:t>
            </a:r>
          </a:p>
          <a:p>
            <a:pPr lvl="2" marL="0" indent="4572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r>
              <a:t>// favoriteGenres now contains 4 items</a:t>
            </a:r>
          </a:p>
          <a:p>
            <a:pPr lvl="2" marL="0" indent="4572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p>
          <a:p>
            <a:pPr lvl="2" marL="0" indent="457200" defTabSz="690244">
              <a:spcBef>
                <a:spcPts val="0"/>
              </a:spcBef>
              <a:buSzTx/>
              <a:buNone/>
              <a:tabLst>
                <a:tab pos="685800" algn="l"/>
              </a:tabLst>
              <a:defRPr spc="0" sz="3800">
                <a:solidFill>
                  <a:srgbClr val="FFFFFF">
                    <a:alpha val="85000"/>
                  </a:srgbClr>
                </a:solidFill>
                <a:latin typeface="Menlo Regular"/>
                <a:ea typeface="Menlo Regular"/>
                <a:cs typeface="Menlo Regular"/>
                <a:sym typeface="Menlo Regular"/>
              </a:defRPr>
            </a:pPr>
          </a:p>
          <a:p>
            <a:pPr marL="264583" indent="-264583" defTabSz="457200">
              <a:spcBef>
                <a:spcPts val="0"/>
              </a:spcBef>
              <a:defRPr spc="0" sz="4200"/>
            </a:pPr>
            <a:r>
              <a:t>You can remove an item from a set by calling the set’s </a:t>
            </a:r>
            <a:r>
              <a:rPr>
                <a:solidFill>
                  <a:srgbClr val="FFFB00"/>
                </a:solidFill>
                <a:latin typeface="Menlo Regular"/>
                <a:ea typeface="Menlo Regular"/>
                <a:cs typeface="Menlo Regular"/>
                <a:sym typeface="Menlo Regular"/>
              </a:rPr>
              <a:t>remove(_:)</a:t>
            </a:r>
            <a:r>
              <a:t> method, which removes the item if it’s a member of the set, and returns the removed value, or returns </a:t>
            </a:r>
            <a:r>
              <a:rPr>
                <a:latin typeface="Menlo Regular"/>
                <a:ea typeface="Menlo Regular"/>
                <a:cs typeface="Menlo Regular"/>
                <a:sym typeface="Menlo Regular"/>
              </a:rPr>
              <a:t>nil</a:t>
            </a:r>
            <a:r>
              <a:t> if the set didn’t contain it. </a:t>
            </a:r>
          </a:p>
          <a:p>
            <a:pPr marL="264583" indent="-264583" defTabSz="457200">
              <a:spcBef>
                <a:spcPts val="0"/>
              </a:spcBef>
              <a:defRPr spc="0" sz="4200"/>
            </a:pPr>
          </a:p>
          <a:p>
            <a:pPr marL="264583" indent="-264583" defTabSz="457200">
              <a:spcBef>
                <a:spcPts val="0"/>
              </a:spcBef>
              <a:defRPr spc="0" sz="4200"/>
            </a:pPr>
            <a:r>
              <a:t>Alternatively, all items in a set can be removed with its </a:t>
            </a:r>
            <a:r>
              <a:rPr>
                <a:solidFill>
                  <a:srgbClr val="FFFB00"/>
                </a:solidFill>
                <a:latin typeface="Menlo Regular"/>
                <a:ea typeface="Menlo Regular"/>
                <a:cs typeface="Menlo Regular"/>
                <a:sym typeface="Menlo Regular"/>
              </a:rPr>
              <a:t>removeAll()</a:t>
            </a:r>
            <a:r>
              <a:t> method. </a:t>
            </a:r>
          </a:p>
          <a:p>
            <a:pPr marL="264583" indent="-264583" defTabSz="457200">
              <a:spcBef>
                <a:spcPts val="0"/>
              </a:spcBef>
              <a:defRPr spc="0" sz="4200"/>
            </a:pPr>
          </a:p>
          <a:p>
            <a:pPr marL="264583" indent="-264583" defTabSz="457200">
              <a:spcBef>
                <a:spcPts val="0"/>
              </a:spcBef>
              <a:defRPr spc="0" sz="4200"/>
            </a:pPr>
            <a:r>
              <a:t>To check whether a set contains a particular item, use the </a:t>
            </a:r>
            <a:r>
              <a:rPr>
                <a:solidFill>
                  <a:srgbClr val="FFFB00"/>
                </a:solidFill>
                <a:latin typeface="Menlo Regular"/>
                <a:ea typeface="Menlo Regular"/>
                <a:cs typeface="Menlo Regular"/>
                <a:sym typeface="Menlo Regular"/>
              </a:rPr>
              <a:t>contains(_:)</a:t>
            </a:r>
            <a:r>
              <a:t> method.</a:t>
            </a:r>
          </a:p>
          <a:p>
            <a:pPr marL="0" indent="0" defTabSz="457200">
              <a:spcBef>
                <a:spcPts val="0"/>
              </a:spcBef>
              <a:buSzTx/>
              <a:buNone/>
              <a:defRPr spc="0" sz="1700">
                <a:latin typeface="Courier"/>
                <a:ea typeface="Courier"/>
                <a:cs typeface="Courier"/>
                <a:sym typeface="Courier"/>
              </a:defRPr>
            </a:pP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5"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76"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77" name="Iterating Over a Set"/>
          <p:cNvSpPr/>
          <p:nvPr>
            <p:ph type="title"/>
          </p:nvPr>
        </p:nvSpPr>
        <p:spPr>
          <a:prstGeom prst="rect">
            <a:avLst/>
          </a:prstGeom>
        </p:spPr>
        <p:txBody>
          <a:bodyPr/>
          <a:lstStyle>
            <a:lvl1pPr defTabSz="457200">
              <a:lnSpc>
                <a:spcPct val="100000"/>
              </a:lnSpc>
              <a:defRPr b="0" spc="0" sz="6376" u="sng">
                <a:hlinkClick r:id="rId3" invalidUrl="" action="" tgtFrame="" tooltip="" history="1" highlightClick="0" endSnd="0"/>
              </a:defRPr>
            </a:lvl1pPr>
          </a:lstStyle>
          <a:p>
            <a:pPr>
              <a:defRPr u="none"/>
            </a:pPr>
            <a:r>
              <a:rPr u="sng">
                <a:hlinkClick r:id="rId3" invalidUrl="" action="" tgtFrame="" tooltip="" history="1" highlightClick="0" endSnd="0"/>
              </a:rPr>
              <a:t>Iterating Over a Set</a:t>
            </a:r>
          </a:p>
        </p:txBody>
      </p:sp>
      <p:sp>
        <p:nvSpPr>
          <p:cNvPr id="278" name="You can iterate over the values in a set with a for-in loop.…"/>
          <p:cNvSpPr/>
          <p:nvPr>
            <p:ph type="body" idx="1"/>
          </p:nvPr>
        </p:nvSpPr>
        <p:spPr>
          <a:xfrm>
            <a:off x="1155700" y="3670727"/>
            <a:ext cx="22098000" cy="9118601"/>
          </a:xfrm>
          <a:prstGeom prst="rect">
            <a:avLst/>
          </a:prstGeom>
        </p:spPr>
        <p:txBody>
          <a:bodyPr/>
          <a:lstStyle/>
          <a:p>
            <a:pPr marL="0" indent="0" defTabSz="457200">
              <a:spcBef>
                <a:spcPts val="0"/>
              </a:spcBef>
              <a:buSzTx/>
              <a:buNone/>
              <a:defRPr spc="0" sz="1976"/>
            </a:pPr>
          </a:p>
          <a:p>
            <a:pPr marL="0" indent="0" defTabSz="457200">
              <a:spcBef>
                <a:spcPts val="0"/>
              </a:spcBef>
              <a:buSzTx/>
              <a:buNone/>
              <a:defRPr spc="0" sz="4200"/>
            </a:pPr>
          </a:p>
          <a:p>
            <a:pPr lvl="1" marL="570345" indent="-290945" defTabSz="457200">
              <a:spcBef>
                <a:spcPts val="0"/>
              </a:spcBef>
              <a:buChar char="•"/>
              <a:defRPr spc="0" sz="4200"/>
            </a:pPr>
            <a:r>
              <a:t>You can iterate over the values in a set with a </a:t>
            </a:r>
            <a:r>
              <a:rPr>
                <a:solidFill>
                  <a:srgbClr val="FFFB00"/>
                </a:solidFill>
                <a:latin typeface="Menlo Regular"/>
                <a:ea typeface="Menlo Regular"/>
                <a:cs typeface="Menlo Regular"/>
                <a:sym typeface="Menlo Regular"/>
              </a:rPr>
              <a:t>for</a:t>
            </a:r>
            <a:r>
              <a:rPr>
                <a:solidFill>
                  <a:srgbClr val="FFFB00"/>
                </a:solidFill>
              </a:rPr>
              <a:t>-</a:t>
            </a:r>
            <a:r>
              <a:rPr>
                <a:solidFill>
                  <a:srgbClr val="FFFB00"/>
                </a:solidFill>
                <a:latin typeface="Menlo Regular"/>
                <a:ea typeface="Menlo Regular"/>
                <a:cs typeface="Menlo Regular"/>
                <a:sym typeface="Menlo Regular"/>
              </a:rPr>
              <a:t>in</a:t>
            </a:r>
            <a:r>
              <a:t> loop.</a:t>
            </a:r>
          </a:p>
          <a:p>
            <a:pPr lvl="1" marL="0" indent="228600" defTabSz="457200">
              <a:spcBef>
                <a:spcPts val="0"/>
              </a:spcBef>
              <a:buSzTx/>
              <a:buNone/>
              <a:defRPr spc="0" sz="4200"/>
            </a:pPr>
          </a:p>
          <a:p>
            <a:pPr lvl="5" defTabSz="690244">
              <a:lnSpc>
                <a:spcPct val="100000"/>
              </a:lnSpc>
              <a:tabLst>
                <a:tab pos="685800" algn="l"/>
              </a:tabLst>
              <a:defRPr sz="3800">
                <a:solidFill>
                  <a:srgbClr val="FFFFFF">
                    <a:alpha val="85000"/>
                  </a:srgbClr>
                </a:solidFill>
              </a:defRPr>
            </a:pPr>
            <a:r>
              <a:rPr>
                <a:solidFill>
                  <a:srgbClr val="00F900"/>
                </a:solidFill>
              </a:rPr>
              <a:t>for</a:t>
            </a:r>
            <a:r>
              <a:t> genre </a:t>
            </a:r>
            <a:r>
              <a:rPr>
                <a:solidFill>
                  <a:srgbClr val="00F900"/>
                </a:solidFill>
              </a:rPr>
              <a:t>in</a:t>
            </a:r>
            <a:r>
              <a:t> favoriteGenres {</a:t>
            </a:r>
          </a:p>
          <a:p>
            <a:pPr lvl="5" defTabSz="690244">
              <a:lnSpc>
                <a:spcPct val="100000"/>
              </a:lnSpc>
              <a:tabLst>
                <a:tab pos="685800" algn="l"/>
              </a:tabLst>
              <a:defRPr sz="3800">
                <a:solidFill>
                  <a:srgbClr val="FFFFFF">
                    <a:alpha val="85000"/>
                  </a:srgbClr>
                </a:solidFill>
              </a:defRPr>
            </a:pPr>
            <a:r>
              <a:t>    </a:t>
            </a:r>
            <a:r>
              <a:rPr>
                <a:solidFill>
                  <a:srgbClr val="00F900"/>
                </a:solidFill>
              </a:rPr>
              <a:t>print</a:t>
            </a:r>
            <a:r>
              <a:t>("\(genre)")</a:t>
            </a:r>
          </a:p>
          <a:p>
            <a:pPr lvl="5" defTabSz="690244">
              <a:lnSpc>
                <a:spcPct val="100000"/>
              </a:lnSpc>
              <a:tabLst>
                <a:tab pos="685800" algn="l"/>
              </a:tabLst>
              <a:defRPr sz="3800">
                <a:solidFill>
                  <a:srgbClr val="FFFFFF">
                    <a:alpha val="85000"/>
                  </a:srgbClr>
                </a:solidFill>
              </a:defRPr>
            </a:pPr>
            <a:r>
              <a:t>}</a:t>
            </a:r>
          </a:p>
          <a:p>
            <a:pPr lvl="5" defTabSz="690244">
              <a:lnSpc>
                <a:spcPct val="100000"/>
              </a:lnSpc>
              <a:tabLst>
                <a:tab pos="685800" algn="l"/>
              </a:tabLst>
              <a:defRPr sz="3800">
                <a:solidFill>
                  <a:srgbClr val="FFFFFF">
                    <a:alpha val="85000"/>
                  </a:srgbClr>
                </a:solidFill>
              </a:defRPr>
            </a:pPr>
            <a:r>
              <a:t>// Classical</a:t>
            </a:r>
          </a:p>
          <a:p>
            <a:pPr lvl="5" defTabSz="690244">
              <a:lnSpc>
                <a:spcPct val="100000"/>
              </a:lnSpc>
              <a:tabLst>
                <a:tab pos="685800" algn="l"/>
              </a:tabLst>
              <a:defRPr sz="3800">
                <a:solidFill>
                  <a:srgbClr val="FFFFFF">
                    <a:alpha val="85000"/>
                  </a:srgbClr>
                </a:solidFill>
              </a:defRPr>
            </a:pPr>
            <a:r>
              <a:t>// Jazz</a:t>
            </a:r>
          </a:p>
          <a:p>
            <a:pPr lvl="5" defTabSz="690244">
              <a:lnSpc>
                <a:spcPct val="100000"/>
              </a:lnSpc>
              <a:tabLst>
                <a:tab pos="685800" algn="l"/>
              </a:tabLst>
              <a:defRPr sz="3800">
                <a:solidFill>
                  <a:srgbClr val="FFFFFF">
                    <a:alpha val="85000"/>
                  </a:srgbClr>
                </a:solidFill>
              </a:defRPr>
            </a:pPr>
            <a:r>
              <a:t>// Hip hop</a:t>
            </a:r>
          </a:p>
          <a:p>
            <a:pPr lvl="5" defTabSz="690244">
              <a:lnSpc>
                <a:spcPct val="100000"/>
              </a:lnSpc>
              <a:tabLst>
                <a:tab pos="685800" algn="l"/>
              </a:tabLst>
              <a:defRPr sz="3800">
                <a:solidFill>
                  <a:srgbClr val="FFFFFF">
                    <a:alpha val="85000"/>
                  </a:srgbClr>
                </a:solidFill>
              </a:defRPr>
            </a:pPr>
          </a:p>
          <a:p>
            <a:pPr marL="277812" indent="-277812" defTabSz="457200">
              <a:spcBef>
                <a:spcPts val="0"/>
              </a:spcBef>
              <a:buSzPct val="80000"/>
              <a:defRPr spc="0" sz="4200"/>
            </a:pPr>
            <a:r>
              <a:t>Swift’s Set type doesn’t have a defined ordering. To iterate over the values of a set in a specific order, use the </a:t>
            </a:r>
            <a:r>
              <a:rPr>
                <a:solidFill>
                  <a:srgbClr val="FFFB00"/>
                </a:solidFill>
              </a:rPr>
              <a:t>sorted( )</a:t>
            </a:r>
            <a:r>
              <a:t> method, which returns the set’s elements as an array sorted using the &lt; operator.</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2"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83"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84" name="Fundamental Set Operations"/>
          <p:cNvSpPr/>
          <p:nvPr>
            <p:ph type="title"/>
          </p:nvPr>
        </p:nvSpPr>
        <p:spPr>
          <a:prstGeom prst="rect">
            <a:avLst/>
          </a:prstGeom>
        </p:spPr>
        <p:txBody>
          <a:bodyPr/>
          <a:lstStyle>
            <a:lvl1pPr defTabSz="457200">
              <a:lnSpc>
                <a:spcPct val="100000"/>
              </a:lnSpc>
              <a:defRPr b="0" spc="0" sz="7176">
                <a:hlinkClick r:id="rId2" invalidUrl="" action="" tgtFrame="" tooltip="" history="1" highlightClick="0" endSnd="0"/>
              </a:defRPr>
            </a:lvl1pPr>
          </a:lstStyle>
          <a:p>
            <a:pPr/>
            <a:r>
              <a:rPr>
                <a:hlinkClick r:id="rId2" invalidUrl="" action="" tgtFrame="" tooltip="" history="1" highlightClick="0" endSnd="0"/>
              </a:rPr>
              <a:t>Fundamental Set Operations</a:t>
            </a:r>
          </a:p>
        </p:txBody>
      </p:sp>
      <p:pic>
        <p:nvPicPr>
          <p:cNvPr id="285" name="pasted-movie.png" descr="pasted-movie.png"/>
          <p:cNvPicPr>
            <a:picLocks noChangeAspect="1"/>
          </p:cNvPicPr>
          <p:nvPr/>
        </p:nvPicPr>
        <p:blipFill>
          <a:blip r:embed="rId3">
            <a:extLst/>
          </a:blip>
          <a:stretch>
            <a:fillRect/>
          </a:stretch>
        </p:blipFill>
        <p:spPr>
          <a:xfrm>
            <a:off x="5777047" y="2990850"/>
            <a:ext cx="11506201" cy="9448800"/>
          </a:xfrm>
          <a:prstGeom prst="rect">
            <a:avLst/>
          </a:prstGeom>
          <a:ln w="12700">
            <a:miter lim="400000"/>
          </a:ln>
        </p:spPr>
      </p:pic>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88"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89" name="Fundamental Set Operations"/>
          <p:cNvSpPr/>
          <p:nvPr>
            <p:ph type="title"/>
          </p:nvPr>
        </p:nvSpPr>
        <p:spPr>
          <a:prstGeom prst="rect">
            <a:avLst/>
          </a:prstGeom>
        </p:spPr>
        <p:txBody>
          <a:bodyPr/>
          <a:lstStyle>
            <a:lvl1pPr defTabSz="457200">
              <a:lnSpc>
                <a:spcPct val="100000"/>
              </a:lnSpc>
              <a:defRPr b="0" spc="0" sz="7176">
                <a:hlinkClick r:id="rId2" invalidUrl="" action="" tgtFrame="" tooltip="" history="1" highlightClick="0" endSnd="0"/>
              </a:defRPr>
            </a:lvl1pPr>
          </a:lstStyle>
          <a:p>
            <a:pPr/>
            <a:r>
              <a:rPr>
                <a:hlinkClick r:id="rId2" invalidUrl="" action="" tgtFrame="" tooltip="" history="1" highlightClick="0" endSnd="0"/>
              </a:rPr>
              <a:t>Fundamental Set Operations</a:t>
            </a:r>
          </a:p>
        </p:txBody>
      </p:sp>
      <p:sp>
        <p:nvSpPr>
          <p:cNvPr id="290" name="Use the intersection(_:) method to create a new set with only the values common to both sets.…"/>
          <p:cNvSpPr/>
          <p:nvPr>
            <p:ph type="body" idx="1"/>
          </p:nvPr>
        </p:nvSpPr>
        <p:spPr>
          <a:xfrm>
            <a:off x="576561" y="3911600"/>
            <a:ext cx="23106738" cy="9118600"/>
          </a:xfrm>
          <a:prstGeom prst="rect">
            <a:avLst/>
          </a:prstGeom>
        </p:spPr>
        <p:txBody>
          <a:bodyPr/>
          <a:lstStyle/>
          <a:p>
            <a:pPr marL="264583" indent="-264583" defTabSz="457200">
              <a:spcBef>
                <a:spcPts val="0"/>
              </a:spcBef>
              <a:defRPr spc="0" sz="4000"/>
            </a:pPr>
            <a:r>
              <a:t>Use the </a:t>
            </a:r>
            <a:r>
              <a:rPr>
                <a:solidFill>
                  <a:srgbClr val="FF9300"/>
                </a:solidFill>
                <a:latin typeface="Menlo Regular"/>
                <a:ea typeface="Menlo Regular"/>
                <a:cs typeface="Menlo Regular"/>
                <a:sym typeface="Menlo Regular"/>
              </a:rPr>
              <a:t>intersection(_:)</a:t>
            </a:r>
            <a:r>
              <a:t> method to create a new set with only the values common to both sets.</a:t>
            </a:r>
          </a:p>
          <a:p>
            <a:pPr marL="264583" indent="-264583" defTabSz="457200">
              <a:spcBef>
                <a:spcPts val="0"/>
              </a:spcBef>
              <a:defRPr spc="0" sz="4000"/>
            </a:pPr>
          </a:p>
          <a:p>
            <a:pPr marL="264583" indent="-264583" defTabSz="457200">
              <a:spcBef>
                <a:spcPts val="0"/>
              </a:spcBef>
              <a:defRPr spc="0" sz="4000"/>
            </a:pPr>
            <a:r>
              <a:t>Use the </a:t>
            </a:r>
            <a:r>
              <a:rPr>
                <a:solidFill>
                  <a:srgbClr val="FF9300"/>
                </a:solidFill>
                <a:latin typeface="Menlo Regular"/>
                <a:ea typeface="Menlo Regular"/>
                <a:cs typeface="Menlo Regular"/>
                <a:sym typeface="Menlo Regular"/>
              </a:rPr>
              <a:t>symmetricDifference(_:)</a:t>
            </a:r>
            <a:r>
              <a:t> method to create a new set with values in either set, but not both.</a:t>
            </a:r>
          </a:p>
          <a:p>
            <a:pPr marL="264583" indent="-264583" defTabSz="457200">
              <a:spcBef>
                <a:spcPts val="0"/>
              </a:spcBef>
              <a:defRPr spc="0" sz="4000"/>
            </a:pPr>
          </a:p>
          <a:p>
            <a:pPr marL="264583" indent="-264583" defTabSz="457200">
              <a:spcBef>
                <a:spcPts val="0"/>
              </a:spcBef>
              <a:defRPr spc="0" sz="4000"/>
            </a:pPr>
            <a:r>
              <a:t>Use the </a:t>
            </a:r>
            <a:r>
              <a:rPr>
                <a:solidFill>
                  <a:srgbClr val="FF9300"/>
                </a:solidFill>
                <a:latin typeface="Menlo Regular"/>
                <a:ea typeface="Menlo Regular"/>
                <a:cs typeface="Menlo Regular"/>
                <a:sym typeface="Menlo Regular"/>
              </a:rPr>
              <a:t>union(_:)</a:t>
            </a:r>
            <a:r>
              <a:t> method to create a new set with all of the values in both sets.</a:t>
            </a:r>
          </a:p>
          <a:p>
            <a:pPr marL="264583" indent="-264583" defTabSz="457200">
              <a:spcBef>
                <a:spcPts val="0"/>
              </a:spcBef>
              <a:defRPr spc="0" sz="4000"/>
            </a:pPr>
          </a:p>
          <a:p>
            <a:pPr marL="264583" indent="-264583" defTabSz="457200">
              <a:spcBef>
                <a:spcPts val="0"/>
              </a:spcBef>
              <a:defRPr spc="0" sz="4000"/>
            </a:pPr>
            <a:r>
              <a:t>Use the </a:t>
            </a:r>
            <a:r>
              <a:rPr>
                <a:solidFill>
                  <a:srgbClr val="FF9300"/>
                </a:solidFill>
                <a:latin typeface="Menlo Regular"/>
                <a:ea typeface="Menlo Regular"/>
                <a:cs typeface="Menlo Regular"/>
                <a:sym typeface="Menlo Regular"/>
              </a:rPr>
              <a:t>subtracting(_:)</a:t>
            </a:r>
            <a:r>
              <a:t> method to create a new set with values not in the specified set.</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2"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93"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94" name="Fundamental Set Operations"/>
          <p:cNvSpPr/>
          <p:nvPr>
            <p:ph type="title"/>
          </p:nvPr>
        </p:nvSpPr>
        <p:spPr>
          <a:prstGeom prst="rect">
            <a:avLst/>
          </a:prstGeom>
        </p:spPr>
        <p:txBody>
          <a:bodyPr/>
          <a:lstStyle>
            <a:lvl1pPr defTabSz="457200">
              <a:lnSpc>
                <a:spcPct val="100000"/>
              </a:lnSpc>
              <a:defRPr b="0" spc="0" sz="7176">
                <a:hlinkClick r:id="rId2" invalidUrl="" action="" tgtFrame="" tooltip="" history="1" highlightClick="0" endSnd="0"/>
              </a:defRPr>
            </a:lvl1pPr>
          </a:lstStyle>
          <a:p>
            <a:pPr/>
            <a:r>
              <a:rPr>
                <a:hlinkClick r:id="rId2" invalidUrl="" action="" tgtFrame="" tooltip="" history="1" highlightClick="0" endSnd="0"/>
              </a:rPr>
              <a:t>Fundamental Set Operations</a:t>
            </a:r>
          </a:p>
        </p:txBody>
      </p:sp>
      <p:sp>
        <p:nvSpPr>
          <p:cNvPr id="295" name="let oddDigits: Set = [1, 3, 5, 7, 9]…"/>
          <p:cNvSpPr/>
          <p:nvPr>
            <p:ph type="body" idx="1"/>
          </p:nvPr>
        </p:nvSpPr>
        <p:spPr>
          <a:xfrm>
            <a:off x="576561" y="3911600"/>
            <a:ext cx="23106738" cy="9118600"/>
          </a:xfrm>
          <a:prstGeom prst="rect">
            <a:avLst/>
          </a:prstGeom>
        </p:spPr>
        <p:txBody>
          <a:bodyPr/>
          <a:lstStyle/>
          <a:p>
            <a:pPr lvl="3" marL="0" indent="685800" defTabSz="457200">
              <a:spcBef>
                <a:spcPts val="0"/>
              </a:spcBef>
              <a:buSzTx/>
              <a:buNone/>
              <a:defRPr spc="0" sz="3600">
                <a:latin typeface="Menlo Regular"/>
                <a:ea typeface="Menlo Regular"/>
                <a:cs typeface="Menlo Regular"/>
                <a:sym typeface="Menlo Regular"/>
              </a:defRPr>
            </a:pPr>
          </a:p>
          <a:p>
            <a:pPr lvl="3" marL="0" indent="685800" defTabSz="457200">
              <a:spcBef>
                <a:spcPts val="0"/>
              </a:spcBef>
              <a:buSzTx/>
              <a:buNone/>
              <a:defRPr spc="0" sz="3600">
                <a:latin typeface="Menlo Regular"/>
                <a:ea typeface="Menlo Regular"/>
                <a:cs typeface="Menlo Regular"/>
                <a:sym typeface="Menlo Regular"/>
              </a:defRPr>
            </a:pPr>
            <a:r>
              <a:rPr>
                <a:solidFill>
                  <a:srgbClr val="00F900"/>
                </a:solidFill>
              </a:rPr>
              <a:t>let</a:t>
            </a:r>
            <a:r>
              <a:t> oddDigits: </a:t>
            </a:r>
            <a:r>
              <a:rPr>
                <a:solidFill>
                  <a:srgbClr val="00F900"/>
                </a:solidFill>
              </a:rPr>
              <a:t>Set</a:t>
            </a:r>
            <a:r>
              <a:t> = [</a:t>
            </a:r>
            <a:r>
              <a:rPr>
                <a:solidFill>
                  <a:srgbClr val="FF9300"/>
                </a:solidFill>
              </a:rPr>
              <a:t>1, 3, 5, 7, 9</a:t>
            </a:r>
            <a:r>
              <a:t>]</a:t>
            </a:r>
          </a:p>
          <a:p>
            <a:pPr lvl="3" marL="0" indent="685800" defTabSz="457200">
              <a:spcBef>
                <a:spcPts val="0"/>
              </a:spcBef>
              <a:buSzTx/>
              <a:buNone/>
              <a:defRPr spc="0" sz="3600">
                <a:latin typeface="Menlo Regular"/>
                <a:ea typeface="Menlo Regular"/>
                <a:cs typeface="Menlo Regular"/>
                <a:sym typeface="Menlo Regular"/>
              </a:defRPr>
            </a:pPr>
            <a:r>
              <a:rPr>
                <a:solidFill>
                  <a:srgbClr val="00F900"/>
                </a:solidFill>
              </a:rPr>
              <a:t>let</a:t>
            </a:r>
            <a:r>
              <a:t> evenDigits: </a:t>
            </a:r>
            <a:r>
              <a:rPr>
                <a:solidFill>
                  <a:srgbClr val="00F900"/>
                </a:solidFill>
              </a:rPr>
              <a:t>Set</a:t>
            </a:r>
            <a:r>
              <a:t> = [</a:t>
            </a:r>
            <a:r>
              <a:rPr>
                <a:solidFill>
                  <a:srgbClr val="FF9300"/>
                </a:solidFill>
              </a:rPr>
              <a:t>0, 2, 4, 6, 8</a:t>
            </a:r>
            <a:r>
              <a:t>]</a:t>
            </a:r>
          </a:p>
          <a:p>
            <a:pPr lvl="3" marL="0" indent="685800" defTabSz="457200">
              <a:spcBef>
                <a:spcPts val="0"/>
              </a:spcBef>
              <a:buSzTx/>
              <a:buNone/>
              <a:defRPr spc="0" sz="3600">
                <a:latin typeface="Menlo Regular"/>
                <a:ea typeface="Menlo Regular"/>
                <a:cs typeface="Menlo Regular"/>
                <a:sym typeface="Menlo Regular"/>
              </a:defRPr>
            </a:pPr>
            <a:r>
              <a:rPr>
                <a:solidFill>
                  <a:srgbClr val="00F900"/>
                </a:solidFill>
              </a:rPr>
              <a:t>let</a:t>
            </a:r>
            <a:r>
              <a:t> singleDigitPrimeNumbers: </a:t>
            </a:r>
            <a:r>
              <a:rPr>
                <a:solidFill>
                  <a:srgbClr val="00F900"/>
                </a:solidFill>
              </a:rPr>
              <a:t>Set</a:t>
            </a:r>
            <a:r>
              <a:t> = [</a:t>
            </a:r>
            <a:r>
              <a:rPr>
                <a:solidFill>
                  <a:srgbClr val="FF9300"/>
                </a:solidFill>
              </a:rPr>
              <a:t>2, 3, 5, 7</a:t>
            </a:r>
            <a:r>
              <a:t>]</a:t>
            </a:r>
          </a:p>
          <a:p>
            <a:pPr lvl="3" marL="0" indent="685800" defTabSz="457200">
              <a:spcBef>
                <a:spcPts val="0"/>
              </a:spcBef>
              <a:buSzTx/>
              <a:buNone/>
              <a:defRPr spc="0" sz="3600">
                <a:latin typeface="Menlo Regular"/>
                <a:ea typeface="Menlo Regular"/>
                <a:cs typeface="Menlo Regular"/>
                <a:sym typeface="Menlo Regular"/>
              </a:defRPr>
            </a:pPr>
          </a:p>
          <a:p>
            <a:pPr lvl="3" marL="0" indent="685800" defTabSz="457200">
              <a:spcBef>
                <a:spcPts val="0"/>
              </a:spcBef>
              <a:buSzTx/>
              <a:buNone/>
              <a:defRPr spc="0" sz="3600">
                <a:latin typeface="Menlo Regular"/>
                <a:ea typeface="Menlo Regular"/>
                <a:cs typeface="Menlo Regular"/>
                <a:sym typeface="Menlo Regular"/>
              </a:defRPr>
            </a:pPr>
          </a:p>
          <a:p>
            <a:pPr lvl="3" marL="0" indent="685800" defTabSz="457200">
              <a:spcBef>
                <a:spcPts val="0"/>
              </a:spcBef>
              <a:buSzTx/>
              <a:buNone/>
              <a:defRPr spc="0" sz="3600">
                <a:latin typeface="Menlo Regular"/>
                <a:ea typeface="Menlo Regular"/>
                <a:cs typeface="Menlo Regular"/>
                <a:sym typeface="Menlo Regular"/>
              </a:defRPr>
            </a:pPr>
            <a:r>
              <a:t>oddDigits.union(evenDigits).sorted()</a:t>
            </a:r>
          </a:p>
          <a:p>
            <a:pPr lvl="3" marL="0" indent="685800" defTabSz="457200">
              <a:spcBef>
                <a:spcPts val="0"/>
              </a:spcBef>
              <a:buSzTx/>
              <a:buNone/>
              <a:defRPr spc="0" sz="3600">
                <a:latin typeface="Menlo Regular"/>
                <a:ea typeface="Menlo Regular"/>
                <a:cs typeface="Menlo Regular"/>
                <a:sym typeface="Menlo Regular"/>
              </a:defRPr>
            </a:pPr>
            <a:r>
              <a:t>// [0, 1, 2, 3, 4, 5, 6, 7, 8, 9]</a:t>
            </a:r>
          </a:p>
          <a:p>
            <a:pPr lvl="3" marL="0" indent="685800" defTabSz="457200">
              <a:spcBef>
                <a:spcPts val="0"/>
              </a:spcBef>
              <a:buSzTx/>
              <a:buNone/>
              <a:defRPr spc="0" sz="3600">
                <a:latin typeface="Menlo Regular"/>
                <a:ea typeface="Menlo Regular"/>
                <a:cs typeface="Menlo Regular"/>
                <a:sym typeface="Menlo Regular"/>
              </a:defRPr>
            </a:pPr>
            <a:r>
              <a:t>oddDigits.intersection(evenDigits).sorted()</a:t>
            </a:r>
          </a:p>
          <a:p>
            <a:pPr lvl="3" marL="0" indent="685800" defTabSz="457200">
              <a:spcBef>
                <a:spcPts val="0"/>
              </a:spcBef>
              <a:buSzTx/>
              <a:buNone/>
              <a:defRPr spc="0" sz="3600">
                <a:latin typeface="Menlo Regular"/>
                <a:ea typeface="Menlo Regular"/>
                <a:cs typeface="Menlo Regular"/>
                <a:sym typeface="Menlo Regular"/>
              </a:defRPr>
            </a:pPr>
            <a:r>
              <a:t>// []</a:t>
            </a:r>
          </a:p>
          <a:p>
            <a:pPr lvl="3" marL="0" indent="685800" defTabSz="457200">
              <a:spcBef>
                <a:spcPts val="0"/>
              </a:spcBef>
              <a:buSzTx/>
              <a:buNone/>
              <a:defRPr spc="0" sz="3600">
                <a:latin typeface="Menlo Regular"/>
                <a:ea typeface="Menlo Regular"/>
                <a:cs typeface="Menlo Regular"/>
                <a:sym typeface="Menlo Regular"/>
              </a:defRPr>
            </a:pPr>
            <a:r>
              <a:t>oddDigits.subtracting(singleDigitPrimeNumbers).sorted()</a:t>
            </a:r>
          </a:p>
          <a:p>
            <a:pPr lvl="3" marL="0" indent="685800" defTabSz="457200">
              <a:spcBef>
                <a:spcPts val="0"/>
              </a:spcBef>
              <a:buSzTx/>
              <a:buNone/>
              <a:defRPr spc="0" sz="3600">
                <a:latin typeface="Menlo Regular"/>
                <a:ea typeface="Menlo Regular"/>
                <a:cs typeface="Menlo Regular"/>
                <a:sym typeface="Menlo Regular"/>
              </a:defRPr>
            </a:pPr>
            <a:r>
              <a:t>// [1, 9]</a:t>
            </a:r>
          </a:p>
          <a:p>
            <a:pPr lvl="3" marL="0" indent="685800" defTabSz="457200">
              <a:spcBef>
                <a:spcPts val="0"/>
              </a:spcBef>
              <a:buSzTx/>
              <a:buNone/>
              <a:defRPr spc="0" sz="3600">
                <a:latin typeface="Menlo Regular"/>
                <a:ea typeface="Menlo Regular"/>
                <a:cs typeface="Menlo Regular"/>
                <a:sym typeface="Menlo Regular"/>
              </a:defRPr>
            </a:pPr>
            <a:r>
              <a:t>oddDigits.symmetricDifference(singleDigitPrimeNumbers).sorted()</a:t>
            </a:r>
          </a:p>
          <a:p>
            <a:pPr lvl="3" marL="0" indent="685800" defTabSz="457200">
              <a:spcBef>
                <a:spcPts val="0"/>
              </a:spcBef>
              <a:buSzTx/>
              <a:buNone/>
              <a:defRPr spc="0" sz="3600">
                <a:latin typeface="Menlo Regular"/>
                <a:ea typeface="Menlo Regular"/>
                <a:cs typeface="Menlo Regular"/>
                <a:sym typeface="Menlo Regular"/>
              </a:defRPr>
            </a:pPr>
            <a:r>
              <a:t>// [1, 2, 9]</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298"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299" name="TUPLES"/>
          <p:cNvSpPr/>
          <p:nvPr>
            <p:ph type="title"/>
          </p:nvPr>
        </p:nvSpPr>
        <p:spPr>
          <a:prstGeom prst="rect">
            <a:avLst/>
          </a:prstGeom>
        </p:spPr>
        <p:txBody>
          <a:bodyPr/>
          <a:lstStyle/>
          <a:p>
            <a:pPr/>
            <a:r>
              <a:t>TUPLES</a:t>
            </a:r>
          </a:p>
        </p:txBody>
      </p:sp>
      <p:sp>
        <p:nvSpPr>
          <p:cNvPr id="300" name="A tuple is a group of different values and each value inside a tuple can be of different data types.…"/>
          <p:cNvSpPr/>
          <p:nvPr>
            <p:ph type="body" idx="1"/>
          </p:nvPr>
        </p:nvSpPr>
        <p:spPr>
          <a:prstGeom prst="rect">
            <a:avLst/>
          </a:prstGeom>
        </p:spPr>
        <p:txBody>
          <a:bodyPr/>
          <a:lstStyle/>
          <a:p>
            <a:pPr/>
            <a:r>
              <a:t>A tuple is a group of different values and each value inside a tuple can be of different data types.</a:t>
            </a:r>
          </a:p>
          <a:p>
            <a:pPr>
              <a:buSzPct val="80000"/>
            </a:pPr>
            <a:r>
              <a:t>Here's a simple Swift tuple example:</a:t>
            </a:r>
          </a:p>
          <a:p>
            <a:pPr marL="0" indent="0" defTabSz="800100">
              <a:spcBef>
                <a:spcPts val="3000"/>
              </a:spcBef>
              <a:buSzTx/>
              <a:buNone/>
              <a:defRPr spc="0" sz="4500">
                <a:solidFill>
                  <a:srgbClr val="6CCE66"/>
                </a:solidFill>
                <a:latin typeface="Menlo Regular"/>
                <a:ea typeface="Menlo Regular"/>
                <a:cs typeface="Menlo Regular"/>
                <a:sym typeface="Menlo Regular"/>
              </a:defRPr>
            </a:pPr>
            <a:r>
              <a:rPr>
                <a:solidFill>
                  <a:srgbClr val="A626A4"/>
                </a:solidFill>
              </a:rPr>
              <a:t>let</a:t>
            </a:r>
            <a:r>
              <a:t> productDetails </a:t>
            </a:r>
            <a:r>
              <a:rPr>
                <a:solidFill>
                  <a:srgbClr val="4078F2"/>
                </a:solidFill>
              </a:rPr>
              <a:t>=</a:t>
            </a:r>
            <a:r>
              <a:t> (</a:t>
            </a:r>
            <a:r>
              <a:rPr>
                <a:solidFill>
                  <a:srgbClr val="50A14F"/>
                </a:solidFill>
              </a:rPr>
              <a:t>"iPhone"</a:t>
            </a:r>
            <a:r>
              <a:t>, </a:t>
            </a:r>
            <a:r>
              <a:rPr>
                <a:solidFill>
                  <a:srgbClr val="B76B01"/>
                </a:solidFill>
              </a:rPr>
              <a:t>1099.99</a:t>
            </a:r>
            <a:r>
              <a:t>, </a:t>
            </a:r>
            <a:r>
              <a:rPr>
                <a:solidFill>
                  <a:srgbClr val="B76B01"/>
                </a:solidFill>
              </a:rPr>
              <a:t>true</a:t>
            </a:r>
            <a:r>
              <a:t>)</a:t>
            </a:r>
          </a:p>
          <a:p>
            <a:pPr marL="0" indent="0" defTabSz="800100">
              <a:spcBef>
                <a:spcPts val="3000"/>
              </a:spcBef>
              <a:buSzTx/>
              <a:buNone/>
              <a:defRPr spc="0" sz="4500">
                <a:solidFill>
                  <a:srgbClr val="6CCE66"/>
                </a:solidFill>
                <a:latin typeface="Menlo Regular"/>
                <a:ea typeface="Menlo Regular"/>
                <a:cs typeface="Menlo Regular"/>
                <a:sym typeface="Menlo Regular"/>
              </a:defRPr>
            </a:pPr>
          </a:p>
          <a:p>
            <a:pPr/>
            <a:r>
              <a:t>Tuple groups different data types together in a comma separated list.</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2"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303"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304" name="Tuple Syntax"/>
          <p:cNvSpPr/>
          <p:nvPr>
            <p:ph type="title"/>
          </p:nvPr>
        </p:nvSpPr>
        <p:spPr>
          <a:prstGeom prst="rect">
            <a:avLst/>
          </a:prstGeom>
        </p:spPr>
        <p:txBody>
          <a:bodyPr/>
          <a:lstStyle/>
          <a:p>
            <a:pPr/>
            <a:r>
              <a:t>Tuple Syntax</a:t>
            </a:r>
          </a:p>
        </p:txBody>
      </p:sp>
      <p:sp>
        <p:nvSpPr>
          <p:cNvPr id="305" name="create a tuple by writing a comma separated list of values inside parentheses. Each value within the tuple can be of any data type, and you can access tuple elements by their index:…"/>
          <p:cNvSpPr/>
          <p:nvPr>
            <p:ph type="body" idx="1"/>
          </p:nvPr>
        </p:nvSpPr>
        <p:spPr>
          <a:prstGeom prst="rect">
            <a:avLst/>
          </a:prstGeom>
        </p:spPr>
        <p:txBody>
          <a:bodyPr/>
          <a:lstStyle/>
          <a:p>
            <a:pPr/>
            <a:r>
              <a:t>create a tuple by writing a comma separated list of values inside parentheses. Each value within the tuple can be of any data type, and you can access tuple elements by their index:</a:t>
            </a:r>
          </a:p>
          <a:p>
            <a:pPr marL="0" indent="0" defTabSz="800100">
              <a:spcBef>
                <a:spcPts val="3000"/>
              </a:spcBef>
              <a:buSzTx/>
              <a:buNone/>
              <a:defRPr spc="0" sz="4500">
                <a:solidFill>
                  <a:srgbClr val="3DCCCC"/>
                </a:solidFill>
                <a:latin typeface="Menlo Regular"/>
                <a:ea typeface="Menlo Regular"/>
                <a:cs typeface="Menlo Regular"/>
                <a:sym typeface="Menlo Regular"/>
              </a:defRPr>
            </a:pPr>
            <a:r>
              <a:rPr>
                <a:solidFill>
                  <a:srgbClr val="A626A4"/>
                </a:solidFill>
              </a:rPr>
              <a:t>var</a:t>
            </a:r>
            <a:r>
              <a:t> person </a:t>
            </a:r>
            <a:r>
              <a:rPr>
                <a:solidFill>
                  <a:srgbClr val="4078F2"/>
                </a:solidFill>
              </a:rPr>
              <a:t>=</a:t>
            </a:r>
            <a:r>
              <a:t> (</a:t>
            </a:r>
            <a:r>
              <a:rPr>
                <a:solidFill>
                  <a:srgbClr val="50A14F"/>
                </a:solidFill>
              </a:rPr>
              <a:t>"John"</a:t>
            </a:r>
            <a:r>
              <a:t>, </a:t>
            </a:r>
            <a:r>
              <a:rPr>
                <a:solidFill>
                  <a:srgbClr val="B76B01"/>
                </a:solidFill>
              </a:rPr>
              <a:t>30</a:t>
            </a:r>
            <a:r>
              <a:t>)</a:t>
            </a:r>
          </a:p>
          <a:p>
            <a:pPr marL="0" indent="0" defTabSz="800100">
              <a:spcBef>
                <a:spcPts val="3000"/>
              </a:spcBef>
              <a:buSzTx/>
              <a:buNone/>
              <a:defRPr spc="0" sz="4500">
                <a:solidFill>
                  <a:srgbClr val="979BB2"/>
                </a:solidFill>
                <a:latin typeface="Menlo Regular"/>
                <a:ea typeface="Menlo Regular"/>
                <a:cs typeface="Menlo Regular"/>
                <a:sym typeface="Menlo Regular"/>
              </a:defRPr>
            </a:pPr>
            <a:r>
              <a:rPr>
                <a:solidFill>
                  <a:srgbClr val="4078F2"/>
                </a:solidFill>
              </a:rPr>
              <a:t>print</a:t>
            </a:r>
            <a:r>
              <a:rPr>
                <a:solidFill>
                  <a:srgbClr val="383A42"/>
                </a:solidFill>
              </a:rPr>
              <a:t>(</a:t>
            </a:r>
            <a:r>
              <a:rPr>
                <a:solidFill>
                  <a:srgbClr val="50A14F"/>
                </a:solidFill>
              </a:rPr>
              <a:t>"Name: </a:t>
            </a:r>
            <a:r>
              <a:rPr>
                <a:solidFill>
                  <a:srgbClr val="3DCCCC"/>
                </a:solidFill>
              </a:rPr>
              <a:t>\(person.</a:t>
            </a:r>
            <a:r>
              <a:rPr>
                <a:solidFill>
                  <a:srgbClr val="B76B01"/>
                </a:solidFill>
              </a:rPr>
              <a:t>0</a:t>
            </a:r>
            <a:r>
              <a:rPr>
                <a:solidFill>
                  <a:srgbClr val="383A42"/>
                </a:solidFill>
              </a:rPr>
              <a:t>)</a:t>
            </a:r>
            <a:r>
              <a:rPr>
                <a:solidFill>
                  <a:srgbClr val="50A14F"/>
                </a:solidFill>
              </a:rPr>
              <a:t>"</a:t>
            </a:r>
            <a:r>
              <a:rPr>
                <a:solidFill>
                  <a:srgbClr val="383A42"/>
                </a:solidFill>
              </a:rPr>
              <a:t>) </a:t>
            </a:r>
            <a:r>
              <a:t>// Accessing the first element</a:t>
            </a:r>
            <a:endParaRPr>
              <a:solidFill>
                <a:srgbClr val="383A42"/>
              </a:solidFill>
            </a:endParaRPr>
          </a:p>
          <a:p>
            <a:pPr marL="0" indent="0" defTabSz="800100">
              <a:spcBef>
                <a:spcPts val="3000"/>
              </a:spcBef>
              <a:buSzTx/>
              <a:buNone/>
              <a:defRPr spc="0" sz="4500">
                <a:solidFill>
                  <a:srgbClr val="3DCCCC"/>
                </a:solidFill>
                <a:latin typeface="Menlo Regular"/>
                <a:ea typeface="Menlo Regular"/>
                <a:cs typeface="Menlo Regular"/>
                <a:sym typeface="Menlo Regular"/>
              </a:defRPr>
            </a:pPr>
            <a:r>
              <a:rPr>
                <a:solidFill>
                  <a:srgbClr val="4078F2"/>
                </a:solidFill>
              </a:rPr>
              <a:t>print</a:t>
            </a:r>
            <a:r>
              <a:t>(</a:t>
            </a:r>
            <a:r>
              <a:rPr>
                <a:solidFill>
                  <a:srgbClr val="50A14F"/>
                </a:solidFill>
              </a:rPr>
              <a:t>"Age: </a:t>
            </a:r>
            <a:r>
              <a:t>\(person.</a:t>
            </a:r>
            <a:r>
              <a:rPr>
                <a:solidFill>
                  <a:srgbClr val="B76B01"/>
                </a:solidFill>
              </a:rPr>
              <a:t>1</a:t>
            </a:r>
            <a:r>
              <a:t>)</a:t>
            </a:r>
            <a:r>
              <a:rPr>
                <a:solidFill>
                  <a:srgbClr val="50A14F"/>
                </a:solidFill>
              </a:rPr>
              <a:t>”</a:t>
            </a:r>
            <a:r>
              <a:t>)</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7"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308"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309" name="Tuple Syntax"/>
          <p:cNvSpPr/>
          <p:nvPr>
            <p:ph type="title"/>
          </p:nvPr>
        </p:nvSpPr>
        <p:spPr>
          <a:prstGeom prst="rect">
            <a:avLst/>
          </a:prstGeom>
        </p:spPr>
        <p:txBody>
          <a:bodyPr/>
          <a:lstStyle/>
          <a:p>
            <a:pPr/>
            <a:r>
              <a:t>Tuple Syntax</a:t>
            </a:r>
          </a:p>
        </p:txBody>
      </p:sp>
      <p:sp>
        <p:nvSpPr>
          <p:cNvPr id="310" name="You can also give names to tuple elements when you define the tuple, making your code clearer:…"/>
          <p:cNvSpPr/>
          <p:nvPr>
            <p:ph type="body" idx="1"/>
          </p:nvPr>
        </p:nvSpPr>
        <p:spPr>
          <a:prstGeom prst="rect">
            <a:avLst/>
          </a:prstGeom>
        </p:spPr>
        <p:txBody>
          <a:bodyPr/>
          <a:lstStyle/>
          <a:p>
            <a:pPr marL="0" indent="0">
              <a:buSzTx/>
              <a:buNone/>
            </a:pPr>
            <a:r>
              <a:t>You can also give names to tuple elements when you define the tuple, making your code clearer:</a:t>
            </a:r>
          </a:p>
          <a:p>
            <a:pPr lvl="3" marL="0" indent="685800" defTabSz="800100">
              <a:spcBef>
                <a:spcPts val="3000"/>
              </a:spcBef>
              <a:buSzTx/>
              <a:buNone/>
              <a:defRPr spc="0" sz="4500">
                <a:solidFill>
                  <a:srgbClr val="6CCE66"/>
                </a:solidFill>
                <a:latin typeface="Menlo Regular"/>
                <a:ea typeface="Menlo Regular"/>
                <a:cs typeface="Menlo Regular"/>
                <a:sym typeface="Menlo Regular"/>
              </a:defRPr>
            </a:pPr>
          </a:p>
          <a:p>
            <a:pPr lvl="3" marL="0" indent="685800" defTabSz="800100">
              <a:spcBef>
                <a:spcPts val="3000"/>
              </a:spcBef>
              <a:buSzTx/>
              <a:buNone/>
              <a:defRPr spc="0" sz="4500">
                <a:solidFill>
                  <a:srgbClr val="6CCE66"/>
                </a:solidFill>
                <a:latin typeface="Menlo Regular"/>
                <a:ea typeface="Menlo Regular"/>
                <a:cs typeface="Menlo Regular"/>
                <a:sym typeface="Menlo Regular"/>
              </a:defRPr>
            </a:pPr>
            <a:r>
              <a:rPr>
                <a:solidFill>
                  <a:srgbClr val="A626A4"/>
                </a:solidFill>
              </a:rPr>
              <a:t>var</a:t>
            </a:r>
            <a:r>
              <a:t> car </a:t>
            </a:r>
            <a:r>
              <a:rPr>
                <a:solidFill>
                  <a:srgbClr val="4078F2"/>
                </a:solidFill>
              </a:rPr>
              <a:t>=</a:t>
            </a:r>
            <a:r>
              <a:t> (make: </a:t>
            </a:r>
            <a:r>
              <a:rPr>
                <a:solidFill>
                  <a:srgbClr val="50A14F"/>
                </a:solidFill>
              </a:rPr>
              <a:t>"Toyota"</a:t>
            </a:r>
            <a:r>
              <a:t>, model: </a:t>
            </a:r>
            <a:r>
              <a:rPr>
                <a:solidFill>
                  <a:srgbClr val="50A14F"/>
                </a:solidFill>
              </a:rPr>
              <a:t>"Corolla"</a:t>
            </a:r>
            <a:r>
              <a:t>, year: </a:t>
            </a:r>
            <a:r>
              <a:rPr>
                <a:solidFill>
                  <a:srgbClr val="B76B01"/>
                </a:solidFill>
              </a:rPr>
              <a:t>2021</a:t>
            </a:r>
            <a:r>
              <a:t>)</a:t>
            </a:r>
          </a:p>
          <a:p>
            <a:pPr lvl="3" marL="0" indent="685800" defTabSz="800100">
              <a:spcBef>
                <a:spcPts val="3000"/>
              </a:spcBef>
              <a:buSzTx/>
              <a:buNone/>
              <a:defRPr spc="0" sz="4500">
                <a:solidFill>
                  <a:srgbClr val="6CCE66"/>
                </a:solidFill>
                <a:latin typeface="Menlo Regular"/>
                <a:ea typeface="Menlo Regular"/>
                <a:cs typeface="Menlo Regular"/>
                <a:sym typeface="Menlo Regular"/>
              </a:defRPr>
            </a:pPr>
            <a:r>
              <a:rPr>
                <a:solidFill>
                  <a:srgbClr val="4078F2"/>
                </a:solidFill>
              </a:rPr>
              <a:t>print</a:t>
            </a:r>
            <a:r>
              <a:rPr>
                <a:solidFill>
                  <a:srgbClr val="383A42"/>
                </a:solidFill>
              </a:rPr>
              <a:t>(</a:t>
            </a:r>
            <a:r>
              <a:t>"Car make: </a:t>
            </a:r>
            <a:r>
              <a:rPr>
                <a:solidFill>
                  <a:srgbClr val="3DCCCC"/>
                </a:solidFill>
              </a:rPr>
              <a:t>\(car.make)</a:t>
            </a:r>
            <a:r>
              <a:t>"</a:t>
            </a:r>
            <a:r>
              <a:rPr>
                <a:solidFill>
                  <a:srgbClr val="383A42"/>
                </a:solidFill>
              </a:rPr>
              <a:t>)</a:t>
            </a:r>
            <a:endParaRPr>
              <a:solidFill>
                <a:srgbClr val="383A42"/>
              </a:solidFill>
            </a:endParaRPr>
          </a:p>
          <a:p>
            <a:pPr lvl="3" marL="0" indent="685800" defTabSz="800100">
              <a:spcBef>
                <a:spcPts val="3000"/>
              </a:spcBef>
              <a:buSzTx/>
              <a:buNone/>
              <a:defRPr spc="0" sz="4500">
                <a:solidFill>
                  <a:srgbClr val="6CCE66"/>
                </a:solidFill>
                <a:latin typeface="Menlo Regular"/>
                <a:ea typeface="Menlo Regular"/>
                <a:cs typeface="Menlo Regular"/>
                <a:sym typeface="Menlo Regular"/>
              </a:defRPr>
            </a:pPr>
            <a:r>
              <a:rPr>
                <a:solidFill>
                  <a:srgbClr val="4078F2"/>
                </a:solidFill>
              </a:rPr>
              <a:t>print</a:t>
            </a:r>
            <a:r>
              <a:rPr>
                <a:solidFill>
                  <a:srgbClr val="383A42"/>
                </a:solidFill>
              </a:rPr>
              <a:t>(</a:t>
            </a:r>
            <a:r>
              <a:t>"Car model: </a:t>
            </a:r>
            <a:r>
              <a:rPr>
                <a:solidFill>
                  <a:srgbClr val="3DCCCC"/>
                </a:solidFill>
              </a:rPr>
              <a:t>\(car.model)</a:t>
            </a:r>
            <a:r>
              <a:t>"</a:t>
            </a:r>
            <a:r>
              <a:rPr>
                <a:solidFill>
                  <a:srgbClr val="383A42"/>
                </a:solidFill>
              </a:rPr>
              <a:t>)</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2"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313"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314" name="Accessing Tuple Elements by Index"/>
          <p:cNvSpPr/>
          <p:nvPr>
            <p:ph type="title"/>
          </p:nvPr>
        </p:nvSpPr>
        <p:spPr>
          <a:prstGeom prst="rect">
            <a:avLst/>
          </a:prstGeom>
        </p:spPr>
        <p:txBody>
          <a:bodyPr/>
          <a:lstStyle/>
          <a:p>
            <a:pPr/>
            <a:r>
              <a:t>Accessing Tuple Elements by Index</a:t>
            </a:r>
          </a:p>
        </p:txBody>
      </p:sp>
      <p:sp>
        <p:nvSpPr>
          <p:cNvPr id="315" name="Each element in a tuple can be accessed using an index number, starting with zero.…"/>
          <p:cNvSpPr/>
          <p:nvPr>
            <p:ph type="body" idx="1"/>
          </p:nvPr>
        </p:nvSpPr>
        <p:spPr>
          <a:prstGeom prst="rect">
            <a:avLst/>
          </a:prstGeom>
        </p:spPr>
        <p:txBody>
          <a:bodyPr/>
          <a:lstStyle/>
          <a:p>
            <a:pPr/>
            <a:r>
              <a:t>Each element in a tuple can be accessed using an index number, starting with zero. </a:t>
            </a:r>
          </a:p>
          <a:p>
            <a:pPr marL="0" indent="0" defTabSz="800100">
              <a:spcBef>
                <a:spcPts val="3000"/>
              </a:spcBef>
              <a:buSzTx/>
              <a:buNone/>
              <a:defRPr spc="0" sz="4500">
                <a:solidFill>
                  <a:srgbClr val="6CCE66"/>
                </a:solidFill>
                <a:latin typeface="Menlo Regular"/>
                <a:ea typeface="Menlo Regular"/>
                <a:cs typeface="Menlo Regular"/>
                <a:sym typeface="Menlo Regular"/>
              </a:defRPr>
            </a:pPr>
          </a:p>
          <a:p>
            <a:pPr marL="0" indent="0" defTabSz="800100">
              <a:spcBef>
                <a:spcPts val="3000"/>
              </a:spcBef>
              <a:buSzTx/>
              <a:buNone/>
              <a:defRPr spc="0" sz="4500">
                <a:solidFill>
                  <a:srgbClr val="6CCE66"/>
                </a:solidFill>
                <a:latin typeface="Menlo Regular"/>
                <a:ea typeface="Menlo Regular"/>
                <a:cs typeface="Menlo Regular"/>
                <a:sym typeface="Menlo Regular"/>
              </a:defRPr>
            </a:pPr>
            <a:r>
              <a:rPr>
                <a:solidFill>
                  <a:srgbClr val="A626A4"/>
                </a:solidFill>
              </a:rPr>
              <a:t>let</a:t>
            </a:r>
            <a:r>
              <a:t> userInfo </a:t>
            </a:r>
            <a:r>
              <a:rPr>
                <a:solidFill>
                  <a:srgbClr val="4078F2"/>
                </a:solidFill>
              </a:rPr>
              <a:t>=</a:t>
            </a:r>
            <a:r>
              <a:t> (</a:t>
            </a:r>
            <a:r>
              <a:rPr>
                <a:solidFill>
                  <a:srgbClr val="50A14F"/>
                </a:solidFill>
              </a:rPr>
              <a:t>"Alice"</a:t>
            </a:r>
            <a:r>
              <a:t>, </a:t>
            </a:r>
            <a:r>
              <a:rPr>
                <a:solidFill>
                  <a:srgbClr val="B76B01"/>
                </a:solidFill>
              </a:rPr>
              <a:t>25</a:t>
            </a:r>
            <a:r>
              <a:t>)</a:t>
            </a:r>
          </a:p>
          <a:p>
            <a:pPr marL="0" indent="0" defTabSz="800100">
              <a:spcBef>
                <a:spcPts val="3000"/>
              </a:spcBef>
              <a:buSzTx/>
              <a:buNone/>
              <a:defRPr spc="0" sz="4500">
                <a:solidFill>
                  <a:srgbClr val="6CCE66"/>
                </a:solidFill>
                <a:latin typeface="Menlo Regular"/>
                <a:ea typeface="Menlo Regular"/>
                <a:cs typeface="Menlo Regular"/>
                <a:sym typeface="Menlo Regular"/>
              </a:defRPr>
            </a:pPr>
            <a:r>
              <a:rPr>
                <a:solidFill>
                  <a:srgbClr val="A626A4"/>
                </a:solidFill>
              </a:rPr>
              <a:t>let</a:t>
            </a:r>
            <a:r>
              <a:rPr>
                <a:solidFill>
                  <a:srgbClr val="383A42"/>
                </a:solidFill>
              </a:rPr>
              <a:t> </a:t>
            </a:r>
            <a:r>
              <a:rPr>
                <a:solidFill>
                  <a:srgbClr val="3DCCCC"/>
                </a:solidFill>
              </a:rPr>
              <a:t>name</a:t>
            </a:r>
            <a:r>
              <a:rPr>
                <a:solidFill>
                  <a:srgbClr val="383A42"/>
                </a:solidFill>
              </a:rPr>
              <a:t> </a:t>
            </a:r>
            <a:r>
              <a:rPr>
                <a:solidFill>
                  <a:srgbClr val="4078F2"/>
                </a:solidFill>
              </a:rPr>
              <a:t>=</a:t>
            </a:r>
            <a:r>
              <a:rPr>
                <a:solidFill>
                  <a:srgbClr val="383A42"/>
                </a:solidFill>
              </a:rPr>
              <a:t> </a:t>
            </a:r>
            <a:r>
              <a:rPr>
                <a:solidFill>
                  <a:srgbClr val="3DCCCC"/>
                </a:solidFill>
              </a:rPr>
              <a:t>userInfo.</a:t>
            </a:r>
            <a:r>
              <a:rPr>
                <a:solidFill>
                  <a:srgbClr val="B76B01"/>
                </a:solidFill>
              </a:rPr>
              <a:t>0</a:t>
            </a:r>
            <a:r>
              <a:rPr>
                <a:solidFill>
                  <a:srgbClr val="383A42"/>
                </a:solidFill>
              </a:rPr>
              <a:t>  </a:t>
            </a:r>
            <a:r>
              <a:t>// Access the first element</a:t>
            </a:r>
            <a:endParaRPr>
              <a:solidFill>
                <a:srgbClr val="383A42"/>
              </a:solidFill>
            </a:endParaRPr>
          </a:p>
          <a:p>
            <a:pPr marL="0" indent="0" defTabSz="800100">
              <a:spcBef>
                <a:spcPts val="3000"/>
              </a:spcBef>
              <a:buSzTx/>
              <a:buNone/>
              <a:defRPr spc="0" sz="4500">
                <a:solidFill>
                  <a:srgbClr val="6CCE66"/>
                </a:solidFill>
                <a:latin typeface="Menlo Regular"/>
                <a:ea typeface="Menlo Regular"/>
                <a:cs typeface="Menlo Regular"/>
                <a:sym typeface="Menlo Regular"/>
              </a:defRPr>
            </a:pPr>
            <a:r>
              <a:rPr>
                <a:solidFill>
                  <a:srgbClr val="A626A4"/>
                </a:solidFill>
              </a:rPr>
              <a:t>let</a:t>
            </a:r>
            <a:r>
              <a:rPr>
                <a:solidFill>
                  <a:srgbClr val="383A42"/>
                </a:solidFill>
              </a:rPr>
              <a:t> </a:t>
            </a:r>
            <a:r>
              <a:rPr>
                <a:solidFill>
                  <a:srgbClr val="3DCCCC"/>
                </a:solidFill>
              </a:rPr>
              <a:t>age</a:t>
            </a:r>
            <a:r>
              <a:rPr>
                <a:solidFill>
                  <a:srgbClr val="383A42"/>
                </a:solidFill>
              </a:rPr>
              <a:t> </a:t>
            </a:r>
            <a:r>
              <a:rPr>
                <a:solidFill>
                  <a:srgbClr val="4078F2"/>
                </a:solidFill>
              </a:rPr>
              <a:t>=</a:t>
            </a:r>
            <a:r>
              <a:rPr>
                <a:solidFill>
                  <a:srgbClr val="383A42"/>
                </a:solidFill>
              </a:rPr>
              <a:t> </a:t>
            </a:r>
            <a:r>
              <a:rPr>
                <a:solidFill>
                  <a:srgbClr val="3DCCCC"/>
                </a:solidFill>
              </a:rPr>
              <a:t>userInfo.</a:t>
            </a:r>
            <a:r>
              <a:rPr>
                <a:solidFill>
                  <a:srgbClr val="B76B01"/>
                </a:solidFill>
              </a:rPr>
              <a:t>1</a:t>
            </a:r>
            <a:r>
              <a:rPr>
                <a:solidFill>
                  <a:srgbClr val="383A42"/>
                </a:solidFill>
              </a:rPr>
              <a:t>   </a:t>
            </a:r>
            <a:r>
              <a:t>// Access the second element</a:t>
            </a:r>
            <a:endParaRPr>
              <a:solidFill>
                <a:srgbClr val="383A42"/>
              </a:solidFill>
            </a:endParaRPr>
          </a:p>
          <a:p>
            <a:pPr marL="0" indent="0" defTabSz="800100">
              <a:spcBef>
                <a:spcPts val="3000"/>
              </a:spcBef>
              <a:buSzTx/>
              <a:buNone/>
              <a:defRPr spc="0" sz="4500">
                <a:solidFill>
                  <a:srgbClr val="6CCE66"/>
                </a:solidFill>
                <a:latin typeface="Menlo Regular"/>
                <a:ea typeface="Menlo Regular"/>
                <a:cs typeface="Menlo Regular"/>
                <a:sym typeface="Menlo Regular"/>
              </a:defRPr>
            </a:pPr>
            <a:r>
              <a:rPr>
                <a:solidFill>
                  <a:srgbClr val="4078F2"/>
                </a:solidFill>
              </a:rPr>
              <a:t>print</a:t>
            </a:r>
            <a:r>
              <a:rPr>
                <a:solidFill>
                  <a:srgbClr val="383A42"/>
                </a:solidFill>
              </a:rPr>
              <a:t>(</a:t>
            </a:r>
            <a:r>
              <a:t>"Name: </a:t>
            </a:r>
            <a:r>
              <a:rPr>
                <a:solidFill>
                  <a:srgbClr val="3DCCCC"/>
                </a:solidFill>
              </a:rPr>
              <a:t>\(name)</a:t>
            </a:r>
            <a:r>
              <a:t>, Age: </a:t>
            </a:r>
            <a:r>
              <a:rPr>
                <a:solidFill>
                  <a:srgbClr val="3DCCCC"/>
                </a:solidFill>
              </a:rPr>
              <a:t>\(age)</a:t>
            </a:r>
            <a:r>
              <a:t>"</a:t>
            </a:r>
            <a:r>
              <a:rPr>
                <a:solidFill>
                  <a:srgbClr val="383A42"/>
                </a:solidFill>
              </a:rPr>
              <a:t>)</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7"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318" name="Text"/>
          <p:cNvSpPr/>
          <p:nvPr>
            <p:ph type="body" idx="22"/>
          </p:nvPr>
        </p:nvSpPr>
        <p:spPr>
          <a:prstGeom prst="rect">
            <a:avLst/>
          </a:prstGeom>
        </p:spPr>
        <p:txBody>
          <a:bodyPr/>
          <a:lstStyle/>
          <a:p>
            <a:pPr defTabSz="825500">
              <a:lnSpc>
                <a:spcPct val="90000"/>
              </a:lnSpc>
              <a:defRPr spc="-136" sz="6800">
                <a:latin typeface="+mn-lt"/>
                <a:ea typeface="+mn-ea"/>
                <a:cs typeface="+mn-cs"/>
                <a:sym typeface="Helvetica Neue"/>
              </a:defRPr>
            </a:pPr>
          </a:p>
        </p:txBody>
      </p:sp>
      <p:sp>
        <p:nvSpPr>
          <p:cNvPr id="319" name="Accessing Tuple Elements by Name"/>
          <p:cNvSpPr/>
          <p:nvPr>
            <p:ph type="title"/>
          </p:nvPr>
        </p:nvSpPr>
        <p:spPr>
          <a:prstGeom prst="rect">
            <a:avLst/>
          </a:prstGeom>
        </p:spPr>
        <p:txBody>
          <a:bodyPr/>
          <a:lstStyle/>
          <a:p>
            <a:pPr/>
            <a:r>
              <a:t>Accessing Tuple Elements by Name</a:t>
            </a:r>
          </a:p>
        </p:txBody>
      </p:sp>
      <p:sp>
        <p:nvSpPr>
          <p:cNvPr id="320" name="Naming the elements in a tuple is optional, but it is a best practice when the tuple has more than two elements or when the context of each value isn't obvious.…"/>
          <p:cNvSpPr/>
          <p:nvPr>
            <p:ph type="body" idx="1"/>
          </p:nvPr>
        </p:nvSpPr>
        <p:spPr>
          <a:prstGeom prst="rect">
            <a:avLst/>
          </a:prstGeom>
        </p:spPr>
        <p:txBody>
          <a:bodyPr/>
          <a:lstStyle/>
          <a:p>
            <a:pPr/>
            <a:r>
              <a:t>Naming the elements in a tuple is optional, but it is a best practice when the tuple has more than two elements or when the context of each value isn't obvious. </a:t>
            </a:r>
          </a:p>
          <a:p>
            <a:pPr marL="0" indent="0" defTabSz="800100">
              <a:spcBef>
                <a:spcPts val="3000"/>
              </a:spcBef>
              <a:buSzTx/>
              <a:buNone/>
              <a:defRPr spc="0" sz="4500">
                <a:solidFill>
                  <a:srgbClr val="6CCE66"/>
                </a:solidFill>
                <a:latin typeface="Menlo Regular"/>
                <a:ea typeface="Menlo Regular"/>
                <a:cs typeface="Menlo Regular"/>
                <a:sym typeface="Menlo Regular"/>
              </a:defRPr>
            </a:pPr>
          </a:p>
          <a:p>
            <a:pPr marL="0" indent="0" defTabSz="800100">
              <a:spcBef>
                <a:spcPts val="3000"/>
              </a:spcBef>
              <a:buSzTx/>
              <a:buNone/>
              <a:defRPr spc="0" sz="4500">
                <a:solidFill>
                  <a:srgbClr val="6CCE66"/>
                </a:solidFill>
                <a:latin typeface="Menlo Regular"/>
                <a:ea typeface="Menlo Regular"/>
                <a:cs typeface="Menlo Regular"/>
                <a:sym typeface="Menlo Regular"/>
              </a:defRPr>
            </a:pPr>
            <a:r>
              <a:rPr>
                <a:solidFill>
                  <a:srgbClr val="A626A4"/>
                </a:solidFill>
              </a:rPr>
              <a:t>let</a:t>
            </a:r>
            <a:r>
              <a:t> product </a:t>
            </a:r>
            <a:r>
              <a:rPr>
                <a:solidFill>
                  <a:srgbClr val="4078F2"/>
                </a:solidFill>
              </a:rPr>
              <a:t>=</a:t>
            </a:r>
            <a:r>
              <a:t> (id: </a:t>
            </a:r>
            <a:r>
              <a:rPr>
                <a:solidFill>
                  <a:srgbClr val="B76B01"/>
                </a:solidFill>
              </a:rPr>
              <a:t>101</a:t>
            </a:r>
            <a:r>
              <a:t>, name: </a:t>
            </a:r>
            <a:r>
              <a:rPr>
                <a:solidFill>
                  <a:srgbClr val="50A14F"/>
                </a:solidFill>
              </a:rPr>
              <a:t>"Coffee"</a:t>
            </a:r>
            <a:r>
              <a:t>, price: </a:t>
            </a:r>
            <a:r>
              <a:rPr>
                <a:solidFill>
                  <a:srgbClr val="B76B01"/>
                </a:solidFill>
              </a:rPr>
              <a:t>2.99</a:t>
            </a:r>
            <a:r>
              <a:t>)</a:t>
            </a:r>
          </a:p>
          <a:p>
            <a:pPr marL="0" indent="0" defTabSz="800100">
              <a:spcBef>
                <a:spcPts val="3000"/>
              </a:spcBef>
              <a:buSzTx/>
              <a:buNone/>
              <a:defRPr spc="0" sz="4500">
                <a:solidFill>
                  <a:srgbClr val="6CCE66"/>
                </a:solidFill>
                <a:latin typeface="Menlo Regular"/>
                <a:ea typeface="Menlo Regular"/>
                <a:cs typeface="Menlo Regular"/>
                <a:sym typeface="Menlo Regular"/>
              </a:defRPr>
            </a:pPr>
            <a:r>
              <a:rPr>
                <a:solidFill>
                  <a:srgbClr val="A626A4"/>
                </a:solidFill>
              </a:rPr>
              <a:t>let</a:t>
            </a:r>
            <a:r>
              <a:t> productName </a:t>
            </a:r>
            <a:r>
              <a:rPr>
                <a:solidFill>
                  <a:srgbClr val="4078F2"/>
                </a:solidFill>
              </a:rPr>
              <a:t>=</a:t>
            </a:r>
            <a:r>
              <a:t> product.name</a:t>
            </a:r>
          </a:p>
          <a:p>
            <a:pPr marL="0" indent="0" defTabSz="800100">
              <a:spcBef>
                <a:spcPts val="3000"/>
              </a:spcBef>
              <a:buSzTx/>
              <a:buNone/>
              <a:defRPr spc="0" sz="4500">
                <a:solidFill>
                  <a:srgbClr val="6CCE66"/>
                </a:solidFill>
                <a:latin typeface="Menlo Regular"/>
                <a:ea typeface="Menlo Regular"/>
                <a:cs typeface="Menlo Regular"/>
                <a:sym typeface="Menlo Regular"/>
              </a:defRPr>
            </a:pPr>
            <a:r>
              <a:rPr>
                <a:solidFill>
                  <a:srgbClr val="A626A4"/>
                </a:solidFill>
              </a:rPr>
              <a:t>let</a:t>
            </a:r>
            <a:r>
              <a:t> productPrice </a:t>
            </a:r>
            <a:r>
              <a:rPr>
                <a:solidFill>
                  <a:srgbClr val="4078F2"/>
                </a:solidFill>
              </a:rPr>
              <a:t>=</a:t>
            </a:r>
            <a:r>
              <a:t> product.price</a:t>
            </a:r>
          </a:p>
          <a:p>
            <a:pPr marL="0" indent="0" defTabSz="800100">
              <a:spcBef>
                <a:spcPts val="3000"/>
              </a:spcBef>
              <a:buSzTx/>
              <a:buNone/>
              <a:defRPr spc="0" sz="4500">
                <a:solidFill>
                  <a:srgbClr val="6CCE66"/>
                </a:solidFill>
                <a:latin typeface="Menlo Regular"/>
                <a:ea typeface="Menlo Regular"/>
                <a:cs typeface="Menlo Regular"/>
                <a:sym typeface="Menlo Regular"/>
              </a:defRPr>
            </a:pPr>
            <a:r>
              <a:rPr>
                <a:solidFill>
                  <a:srgbClr val="4078F2"/>
                </a:solidFill>
              </a:rPr>
              <a:t>print</a:t>
            </a:r>
            <a:r>
              <a:t>(</a:t>
            </a:r>
            <a:r>
              <a:rPr>
                <a:solidFill>
                  <a:srgbClr val="50A14F"/>
                </a:solidFill>
              </a:rPr>
              <a:t>"Product: </a:t>
            </a:r>
            <a:r>
              <a:t>\(productName)</a:t>
            </a:r>
            <a:r>
              <a:rPr>
                <a:solidFill>
                  <a:srgbClr val="50A14F"/>
                </a:solidFill>
              </a:rPr>
              <a:t>, Price: $</a:t>
            </a:r>
            <a:r>
              <a:t>\(productPrice)</a:t>
            </a:r>
            <a:r>
              <a:rPr>
                <a:solidFill>
                  <a:srgbClr val="50A14F"/>
                </a:solidFill>
              </a:rPr>
              <a:t>"</a:t>
            </a:r>
            <a:r>
              <a:t>)</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2"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323" name="Nested tuple"/>
          <p:cNvSpPr/>
          <p:nvPr>
            <p:ph type="title"/>
          </p:nvPr>
        </p:nvSpPr>
        <p:spPr>
          <a:prstGeom prst="rect">
            <a:avLst/>
          </a:prstGeom>
        </p:spPr>
        <p:txBody>
          <a:bodyPr/>
          <a:lstStyle/>
          <a:p>
            <a:pPr/>
            <a:r>
              <a:t>Nested tuple</a:t>
            </a:r>
          </a:p>
        </p:txBody>
      </p:sp>
      <p:sp>
        <p:nvSpPr>
          <p:cNvPr id="324" name="Naming the elements in a tuple is optional, but it is a best practice when the tuple has more than two elements or when the context of each value isn't obvious.…"/>
          <p:cNvSpPr/>
          <p:nvPr>
            <p:ph type="body" idx="1"/>
          </p:nvPr>
        </p:nvSpPr>
        <p:spPr>
          <a:xfrm>
            <a:off x="1155700" y="2896774"/>
            <a:ext cx="22072600" cy="10666507"/>
          </a:xfrm>
          <a:prstGeom prst="rect">
            <a:avLst/>
          </a:prstGeom>
        </p:spPr>
        <p:txBody>
          <a:bodyPr/>
          <a:lstStyle/>
          <a:p>
            <a:pPr/>
            <a:r>
              <a:t>Naming the elements in a tuple is optional, but it is a best practice when the tuple has more than two elements or when the context of each value isn't obvious. </a:t>
            </a:r>
          </a:p>
          <a:p>
            <a:pPr marL="305593" indent="-305593" defTabSz="457200">
              <a:spcBef>
                <a:spcPts val="1800"/>
              </a:spcBef>
              <a:defRPr spc="0" sz="4620">
                <a:solidFill>
                  <a:srgbClr val="C1C2C6"/>
                </a:solidFill>
              </a:defRPr>
            </a:pPr>
            <a:r>
              <a:rPr>
                <a:latin typeface="Menlo Regular"/>
                <a:ea typeface="Menlo Regular"/>
                <a:cs typeface="Menlo Regular"/>
                <a:sym typeface="Menlo Regular"/>
              </a:rPr>
              <a:t>Tuples</a:t>
            </a:r>
            <a:r>
              <a:t> created as an element of another tuple are referred to as </a:t>
            </a:r>
            <a:r>
              <a:rPr>
                <a:latin typeface="Menlo Regular"/>
                <a:ea typeface="Menlo Regular"/>
                <a:cs typeface="Menlo Regular"/>
                <a:sym typeface="Menlo Regular"/>
              </a:rPr>
              <a:t>Nested Tuples</a:t>
            </a:r>
            <a:r>
              <a:t>.</a:t>
            </a:r>
          </a:p>
          <a:p>
            <a:pPr marL="305593" indent="-305593" defTabSz="457200">
              <a:spcBef>
                <a:spcPts val="1800"/>
              </a:spcBef>
              <a:defRPr spc="0" sz="4620">
                <a:solidFill>
                  <a:srgbClr val="C1C2C6"/>
                </a:solidFill>
              </a:defRPr>
            </a:pPr>
            <a:r>
              <a:t>An example is shown below:</a:t>
            </a:r>
          </a:p>
          <a:p>
            <a:pPr marL="0" indent="0" defTabSz="457200">
              <a:spcBef>
                <a:spcPts val="0"/>
              </a:spcBef>
              <a:buSzTx/>
              <a:buNone/>
              <a:defRPr spc="0" sz="4620">
                <a:solidFill>
                  <a:srgbClr val="808080"/>
                </a:solidFill>
              </a:defRPr>
            </a:pPr>
          </a:p>
          <a:p>
            <a:pPr lvl="3" marL="0" indent="685800" defTabSz="800100">
              <a:spcBef>
                <a:spcPts val="3000"/>
              </a:spcBef>
              <a:buSzTx/>
              <a:buNone/>
              <a:defRPr spc="0" sz="4500">
                <a:solidFill>
                  <a:srgbClr val="6CCE66"/>
                </a:solidFill>
                <a:latin typeface="Menlo Regular"/>
                <a:ea typeface="Menlo Regular"/>
                <a:cs typeface="Menlo Regular"/>
                <a:sym typeface="Menlo Regular"/>
              </a:defRPr>
            </a:pPr>
            <a:r>
              <a:rPr>
                <a:solidFill>
                  <a:srgbClr val="55A1E0"/>
                </a:solidFill>
              </a:rPr>
              <a:t>var</a:t>
            </a:r>
            <a:r>
              <a:t> alphaNum </a:t>
            </a:r>
            <a:r>
              <a:rPr>
                <a:solidFill>
                  <a:srgbClr val="55A1E0"/>
                </a:solidFill>
              </a:rPr>
              <a:t>=</a:t>
            </a:r>
            <a:r>
              <a:t> (</a:t>
            </a:r>
            <a:r>
              <a:rPr>
                <a:solidFill>
                  <a:srgbClr val="CE9178"/>
                </a:solidFill>
              </a:rPr>
              <a:t>"x"</a:t>
            </a:r>
            <a:r>
              <a:t>, </a:t>
            </a:r>
            <a:r>
              <a:rPr>
                <a:solidFill>
                  <a:srgbClr val="B5CEA7"/>
                </a:solidFill>
              </a:rPr>
              <a:t>1</a:t>
            </a:r>
            <a:r>
              <a:t>, </a:t>
            </a:r>
            <a:r>
              <a:rPr>
                <a:solidFill>
                  <a:srgbClr val="B5CEA7"/>
                </a:solidFill>
              </a:rPr>
              <a:t>2</a:t>
            </a:r>
            <a:r>
              <a:t>, (</a:t>
            </a:r>
            <a:r>
              <a:rPr>
                <a:solidFill>
                  <a:srgbClr val="CE9178"/>
                </a:solidFill>
              </a:rPr>
              <a:t>"y"</a:t>
            </a:r>
            <a:r>
              <a:t>, </a:t>
            </a:r>
            <a:r>
              <a:rPr>
                <a:solidFill>
                  <a:srgbClr val="B5CEA7"/>
                </a:solidFill>
              </a:rPr>
              <a:t>3</a:t>
            </a:r>
            <a:r>
              <a:t>, </a:t>
            </a:r>
            <a:r>
              <a:rPr>
                <a:solidFill>
                  <a:srgbClr val="CE9178"/>
                </a:solidFill>
              </a:rPr>
              <a:t>“z"</a:t>
            </a:r>
            <a:r>
              <a:t>))</a:t>
            </a:r>
          </a:p>
          <a:p>
            <a:pPr lvl="3" marL="0" indent="685800" defTabSz="457200">
              <a:spcBef>
                <a:spcPts val="0"/>
              </a:spcBef>
              <a:buSzTx/>
              <a:buNone/>
              <a:defRPr spc="0" sz="4620">
                <a:latin typeface="Menlo Regular"/>
                <a:ea typeface="Menlo Regular"/>
                <a:cs typeface="Menlo Regular"/>
                <a:sym typeface="Menlo Regular"/>
              </a:defRPr>
            </a:pPr>
          </a:p>
          <a:p>
            <a:pPr marL="277812" indent="-277812" defTabSz="457200">
              <a:spcBef>
                <a:spcPts val="1800"/>
              </a:spcBef>
              <a:defRPr spc="0" sz="4200">
                <a:solidFill>
                  <a:srgbClr val="C1C2C6"/>
                </a:solidFill>
              </a:defRPr>
            </a:pPr>
            <a:r>
              <a:t>In the example above, we have a tuple </a:t>
            </a:r>
            <a:r>
              <a:rPr>
                <a:latin typeface="Menlo Regular"/>
                <a:ea typeface="Menlo Regular"/>
                <a:cs typeface="Menlo Regular"/>
                <a:sym typeface="Menlo Regular"/>
              </a:rPr>
              <a:t>("y", 3, "z")</a:t>
            </a:r>
            <a:r>
              <a:t> as the third element of the created </a:t>
            </a:r>
            <a:r>
              <a:rPr>
                <a:latin typeface="Menlo Regular"/>
                <a:ea typeface="Menlo Regular"/>
                <a:cs typeface="Menlo Regular"/>
                <a:sym typeface="Menlo Regular"/>
              </a:rPr>
              <a:t>alphaNum</a:t>
            </a:r>
            <a:r>
              <a:t> tuple.</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6" name="Text"/>
          <p:cNvSpPr/>
          <p:nvPr>
            <p:ph type="body" idx="21"/>
          </p:nvPr>
        </p:nvSpPr>
        <p:spPr>
          <a:prstGeom prst="rect">
            <a:avLst/>
          </a:prstGeom>
        </p:spPr>
        <p:txBody>
          <a:bodyPr/>
          <a:lstStyle/>
          <a:p>
            <a:pPr defTabSz="914400">
              <a:lnSpc>
                <a:spcPct val="100000"/>
              </a:lnSpc>
              <a:tabLst>
                <a:tab pos="914400" algn="l"/>
              </a:tabLst>
              <a:defRPr sz="1500">
                <a:solidFill>
                  <a:srgbClr val="87939D"/>
                </a:solidFill>
                <a:latin typeface="+mn-lt"/>
                <a:ea typeface="+mn-ea"/>
                <a:cs typeface="+mn-cs"/>
                <a:sym typeface="Helvetica Neue"/>
              </a:defRPr>
            </a:pPr>
          </a:p>
        </p:txBody>
      </p:sp>
      <p:sp>
        <p:nvSpPr>
          <p:cNvPr id="327" name="Lab: Collections"/>
          <p:cNvSpPr/>
          <p:nvPr>
            <p:ph type="body" idx="22"/>
          </p:nvPr>
        </p:nvSpPr>
        <p:spPr>
          <a:xfrm>
            <a:off x="1143000" y="2057400"/>
            <a:ext cx="22098001" cy="1106120"/>
          </a:xfrm>
          <a:prstGeom prst="rect">
            <a:avLst/>
          </a:prstGeom>
          <a:extLst>
            <a:ext uri="{C572A759-6A51-4108-AA02-DFA0A04FC94B}">
              <ma14:wrappingTextBoxFlag xmlns:ma14="http://schemas.microsoft.com/office/mac/drawingml/2011/main" val="1"/>
            </a:ext>
          </a:extLst>
        </p:spPr>
        <p:txBody>
          <a:bodyPr/>
          <a:lstStyle>
            <a:lvl1pPr defTabSz="825500">
              <a:lnSpc>
                <a:spcPct val="90000"/>
              </a:lnSpc>
              <a:defRPr spc="-136" sz="6800">
                <a:latin typeface="+mn-lt"/>
                <a:ea typeface="+mn-ea"/>
                <a:cs typeface="+mn-cs"/>
                <a:sym typeface="Helvetica Neue"/>
              </a:defRPr>
            </a:lvl1pPr>
          </a:lstStyle>
          <a:p>
            <a:pPr/>
            <a:r>
              <a:t>Lab: Collections</a:t>
            </a:r>
          </a:p>
        </p:txBody>
      </p:sp>
      <p:sp>
        <p:nvSpPr>
          <p:cNvPr id="328" name="Unit 2—Lesson 5"/>
          <p:cNvSpPr/>
          <p:nvPr>
            <p:ph type="title"/>
          </p:nvPr>
        </p:nvSpPr>
        <p:spPr>
          <a:prstGeom prst="rect">
            <a:avLst/>
          </a:prstGeom>
        </p:spPr>
        <p:txBody>
          <a:bodyPr/>
          <a:lstStyle/>
          <a:p>
            <a:pPr/>
            <a:r>
              <a:t>Unit 2—Lesson 5</a:t>
            </a:r>
          </a:p>
        </p:txBody>
      </p:sp>
      <p:sp>
        <p:nvSpPr>
          <p:cNvPr id="329" name="Open and complete the exercises in Lab - Collections.playground"/>
          <p:cNvSpPr/>
          <p:nvPr>
            <p:ph type="body" idx="1"/>
          </p:nvPr>
        </p:nvSpPr>
        <p:spPr>
          <a:prstGeom prst="rect">
            <a:avLst/>
          </a:prstGeom>
        </p:spPr>
        <p:txBody>
          <a:bodyPr/>
          <a:lstStyle/>
          <a:p>
            <a:pPr marL="0" indent="0">
              <a:buSzTx/>
              <a:buNone/>
            </a:pPr>
            <a:r>
              <a:t>Open and complete the exercises in </a:t>
            </a:r>
            <a:r>
              <a:rPr>
                <a:latin typeface="Menlo Regular"/>
                <a:ea typeface="Menlo Regular"/>
                <a:cs typeface="Menlo Regular"/>
                <a:sym typeface="Menlo Regular"/>
              </a:rPr>
              <a:t>Lab - Collections.playground</a:t>
            </a:r>
          </a:p>
        </p:txBody>
      </p:sp>
      <p:grpSp>
        <p:nvGrpSpPr>
          <p:cNvPr id="332" name="Group"/>
          <p:cNvGrpSpPr/>
          <p:nvPr/>
        </p:nvGrpSpPr>
        <p:grpSpPr>
          <a:xfrm>
            <a:off x="21551900" y="1297017"/>
            <a:ext cx="1524001" cy="1524001"/>
            <a:chOff x="0" y="0"/>
            <a:chExt cx="1524000" cy="1524000"/>
          </a:xfrm>
        </p:grpSpPr>
        <p:sp>
          <p:nvSpPr>
            <p:cNvPr id="330" name="Circle"/>
            <p:cNvSpPr/>
            <p:nvPr/>
          </p:nvSpPr>
          <p:spPr>
            <a:xfrm>
              <a:off x="0" y="0"/>
              <a:ext cx="1524001" cy="1524001"/>
            </a:xfrm>
            <a:prstGeom prst="ellipse">
              <a:avLst/>
            </a:prstGeom>
            <a:gradFill flip="none" rotWithShape="1">
              <a:gsLst>
                <a:gs pos="0">
                  <a:srgbClr val="FE5F55"/>
                </a:gs>
                <a:gs pos="100000">
                  <a:srgbClr val="E4234A"/>
                </a:gs>
              </a:gsLst>
              <a:lin ang="5400000" scaled="0"/>
            </a:gradFill>
            <a:ln w="38100" cap="flat">
              <a:solidFill>
                <a:srgbClr val="DCDEE0"/>
              </a:solidFill>
              <a:prstDash val="solid"/>
              <a:miter lim="400000"/>
            </a:ln>
            <a:effectLst/>
          </p:spPr>
          <p:txBody>
            <a:bodyPr wrap="square" lIns="50800" tIns="50800" rIns="50800" bIns="50800" numCol="1" anchor="ctr">
              <a:noAutofit/>
            </a:bodyPr>
            <a:lstStyle/>
            <a:p>
              <a:pPr algn="l" defTabSz="800100">
                <a:spcBef>
                  <a:spcPts val="3000"/>
                </a:spcBef>
                <a:defRPr sz="4500">
                  <a:latin typeface="Helvetica Neue Light"/>
                  <a:ea typeface="Helvetica Neue Light"/>
                  <a:cs typeface="Helvetica Neue Light"/>
                  <a:sym typeface="Helvetica Neue Light"/>
                </a:defRPr>
              </a:pPr>
            </a:p>
          </p:txBody>
        </p:sp>
        <p:pic>
          <p:nvPicPr>
            <p:cNvPr id="331" name="Image" descr="Image"/>
            <p:cNvPicPr>
              <a:picLocks noChangeAspect="1"/>
            </p:cNvPicPr>
            <p:nvPr/>
          </p:nvPicPr>
          <p:blipFill>
            <a:blip r:embed="rId3">
              <a:extLst/>
            </a:blip>
            <a:stretch>
              <a:fillRect/>
            </a:stretch>
          </p:blipFill>
          <p:spPr>
            <a:xfrm>
              <a:off x="430261" y="411519"/>
              <a:ext cx="663478" cy="700962"/>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62ACDB"/>
      </a:dk1>
      <a:lt1>
        <a:srgbClr val="FFFFFF"/>
      </a:lt1>
      <a:dk2>
        <a:srgbClr val="000000"/>
      </a:dk2>
      <a:lt2>
        <a:srgbClr val="BF832E"/>
      </a:lt2>
      <a:accent1>
        <a:srgbClr val="A8A8A8"/>
      </a:accent1>
      <a:accent2>
        <a:srgbClr val="E9E9E9"/>
      </a:accent2>
      <a:accent3>
        <a:srgbClr val="D3D3D3"/>
      </a:accent3>
      <a:accent4>
        <a:srgbClr val="BEBEBE"/>
      </a:accent4>
      <a:accent5>
        <a:srgbClr val="8C8C8C"/>
      </a:accent5>
      <a:accent6>
        <a:srgbClr val="666666"/>
      </a:accent6>
      <a:hlink>
        <a:srgbClr val="0000FF"/>
      </a:hlink>
      <a:folHlink>
        <a:srgbClr val="FF00FF"/>
      </a:folHlink>
    </a:clrScheme>
    <a:fontScheme name="White">
      <a:majorFont>
        <a:latin typeface="Helvetica Neue"/>
        <a:ea typeface="Helvetica Neue"/>
        <a:cs typeface="Helvetica Neue"/>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5497C1"/>
        </a:solidFill>
        <a:ln w="25400" cap="flat">
          <a:noFill/>
          <a:miter lim="400000"/>
        </a:ln>
        <a:effectLst/>
        <a:sp3d/>
      </a:spPr>
      <a:bodyPr rot="0" spcFirstLastPara="1" vertOverflow="overflow" horzOverflow="overflow" vert="horz" wrap="square" lIns="63500" tIns="63500" rIns="63500" bIns="63500" numCol="1" spcCol="38100" rtlCol="0" anchor="ctr" upright="0">
        <a:spAutoFit/>
      </a:bodyPr>
      <a:lstStyle>
        <a:def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5497C1"/>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25400" cap="flat">
          <a:noFill/>
          <a:miter lim="400000"/>
        </a:ln>
        <a:effectLst/>
        <a:sp3d/>
      </a:spPr>
      <a:bodyPr rot="0" spcFirstLastPara="1" vertOverflow="overflow" horzOverflow="overflow" vert="horz" wrap="square" lIns="63500" tIns="63500" rIns="63500" bIns="63500" numCol="1" spcCol="38100" rtlCol="0" anchor="ctr" upright="0">
        <a:spAutoFit/>
      </a:bodyPr>
      <a:lstStyle>
        <a:def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000000"/>
      </a:dk2>
      <a:lt2>
        <a:srgbClr val="BF832E"/>
      </a:lt2>
      <a:accent1>
        <a:srgbClr val="A8A8A8"/>
      </a:accent1>
      <a:accent2>
        <a:srgbClr val="E9E9E9"/>
      </a:accent2>
      <a:accent3>
        <a:srgbClr val="D3D3D3"/>
      </a:accent3>
      <a:accent4>
        <a:srgbClr val="BEBEBE"/>
      </a:accent4>
      <a:accent5>
        <a:srgbClr val="8C8C8C"/>
      </a:accent5>
      <a:accent6>
        <a:srgbClr val="666666"/>
      </a:accent6>
      <a:hlink>
        <a:srgbClr val="0000FF"/>
      </a:hlink>
      <a:folHlink>
        <a:srgbClr val="FF00FF"/>
      </a:folHlink>
    </a:clrScheme>
    <a:fontScheme name="White">
      <a:majorFont>
        <a:latin typeface="Helvetica Neue"/>
        <a:ea typeface="Helvetica Neue"/>
        <a:cs typeface="Helvetica Neue"/>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5497C1"/>
        </a:solidFill>
        <a:ln w="25400" cap="flat">
          <a:noFill/>
          <a:miter lim="400000"/>
        </a:ln>
        <a:effectLst/>
        <a:sp3d/>
      </a:spPr>
      <a:bodyPr rot="0" spcFirstLastPara="1" vertOverflow="overflow" horzOverflow="overflow" vert="horz" wrap="square" lIns="63500" tIns="63500" rIns="63500" bIns="63500" numCol="1" spcCol="38100" rtlCol="0" anchor="ctr" upright="0">
        <a:spAutoFit/>
      </a:bodyPr>
      <a:lstStyle>
        <a:def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5497C1"/>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25400" cap="flat">
          <a:noFill/>
          <a:miter lim="400000"/>
        </a:ln>
        <a:effectLst/>
        <a:sp3d/>
      </a:spPr>
      <a:bodyPr rot="0" spcFirstLastPara="1" vertOverflow="overflow" horzOverflow="overflow" vert="horz" wrap="square" lIns="63500" tIns="63500" rIns="63500" bIns="63500" numCol="1" spcCol="38100" rtlCol="0" anchor="ctr" upright="0">
        <a:spAutoFit/>
      </a:bodyPr>
      <a:lstStyle>
        <a:defPPr marL="0" marR="0" indent="0" algn="ctr" defTabSz="914400" rtl="0" fontAlgn="auto" latinLnBrk="0" hangingPunct="0">
          <a:lnSpc>
            <a:spcPct val="100000"/>
          </a:lnSpc>
          <a:spcBef>
            <a:spcPts val="0"/>
          </a:spcBef>
          <a:spcAft>
            <a:spcPts val="0"/>
          </a:spcAft>
          <a:buClrTx/>
          <a:buSzTx/>
          <a:buFontTx/>
          <a:buNone/>
          <a:tabLst/>
          <a:defRPr b="0" baseline="0" cap="none" i="0" spc="0" strike="noStrike" sz="26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